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8" r:id="rId1"/>
  </p:sldMasterIdLst>
  <p:notesMasterIdLst>
    <p:notesMasterId r:id="rId18"/>
  </p:notesMasterIdLst>
  <p:sldIdLst>
    <p:sldId id="256" r:id="rId2"/>
    <p:sldId id="382" r:id="rId3"/>
    <p:sldId id="384" r:id="rId4"/>
    <p:sldId id="385" r:id="rId5"/>
    <p:sldId id="383" r:id="rId6"/>
    <p:sldId id="268" r:id="rId7"/>
    <p:sldId id="325" r:id="rId8"/>
    <p:sldId id="376" r:id="rId9"/>
    <p:sldId id="330" r:id="rId10"/>
    <p:sldId id="267" r:id="rId11"/>
    <p:sldId id="317" r:id="rId12"/>
    <p:sldId id="316" r:id="rId13"/>
    <p:sldId id="326" r:id="rId14"/>
    <p:sldId id="320" r:id="rId15"/>
    <p:sldId id="335" r:id="rId16"/>
    <p:sldId id="374" r:id="rId17"/>
  </p:sldIdLst>
  <p:sldSz cx="18288000" cy="10287000"/>
  <p:notesSz cx="6858000" cy="9144000"/>
  <p:embeddedFontLst>
    <p:embeddedFont>
      <p:font typeface="Anton" pitchFamily="2" charset="77"/>
      <p:regular r:id="rId19"/>
    </p:embeddedFont>
    <p:embeddedFont>
      <p:font typeface="Archivo" pitchFamily="2" charset="77"/>
      <p:regular r:id="rId20"/>
      <p:bold r:id="rId21"/>
      <p:italic r:id="rId22"/>
      <p:boldItalic r:id="rId23"/>
    </p:embeddedFont>
    <p:embeddedFont>
      <p:font typeface="Archivo ExtraBold" pitchFamily="2" charset="77"/>
      <p:bold r:id="rId24"/>
      <p:italic r:id="rId25"/>
      <p:boldItalic r:id="rId26"/>
    </p:embeddedFont>
    <p:embeddedFont>
      <p:font typeface="Archivo Medium"/>
      <p:regular r:id="rId27"/>
      <p:bold r:id="rId28"/>
      <p:italic r:id="rId29"/>
      <p:boldItalic r:id="rId30"/>
    </p:embeddedFont>
    <p:embeddedFont>
      <p:font typeface="Archivo SemiBold" pitchFamily="2" charset="77"/>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774"/>
    <p:restoredTop sz="94872"/>
  </p:normalViewPr>
  <p:slideViewPr>
    <p:cSldViewPr snapToGrid="0">
      <p:cViewPr varScale="1">
        <p:scale>
          <a:sx n="71" d="100"/>
          <a:sy n="71" d="100"/>
        </p:scale>
        <p:origin x="176" y="36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21" Type="http://schemas.openxmlformats.org/officeDocument/2006/relationships/font" Target="fonts/font3.fntdata"/><Relationship Id="rId34" Type="http://schemas.openxmlformats.org/officeDocument/2006/relationships/font" Target="fonts/font1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3" Type="http://schemas.openxmlformats.org/officeDocument/2006/relationships/font" Target="fonts/font15.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2" Type="http://schemas.openxmlformats.org/officeDocument/2006/relationships/font" Target="fonts/font14.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D1CE6-4343-2478-F212-BE83AC8CEC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A51D77-136A-8760-5F80-E548E0823E6B}"/>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672A7988-2B68-0A33-DF1E-C83DEF12513E}"/>
              </a:ext>
            </a:extLst>
          </p:cNvPr>
          <p:cNvSpPr>
            <a:spLocks noGrp="1"/>
          </p:cNvSpPr>
          <p:nvPr>
            <p:ph type="body" idx="1"/>
          </p:nvPr>
        </p:nvSpPr>
        <p:spPr/>
        <p:txBody>
          <a:bodyPr/>
          <a:lstStyle/>
          <a:p>
            <a:r>
              <a:rPr lang="en-US" dirty="0"/>
              <a:t>In your tables, please come up with one to two research questions about train routes around the world</a:t>
            </a:r>
          </a:p>
        </p:txBody>
      </p:sp>
    </p:spTree>
    <p:extLst>
      <p:ext uri="{BB962C8B-B14F-4D97-AF65-F5344CB8AC3E}">
        <p14:creationId xmlns:p14="http://schemas.microsoft.com/office/powerpoint/2010/main" val="12080857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03482-6067-D326-7B17-54ACAD8A11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272C4E-6D98-B40E-7989-1F354917F00C}"/>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B7F3B627-C5EF-A507-AB84-1B0C9C33060C}"/>
              </a:ext>
            </a:extLst>
          </p:cNvPr>
          <p:cNvSpPr>
            <a:spLocks noGrp="1"/>
          </p:cNvSpPr>
          <p:nvPr>
            <p:ph type="body" idx="1"/>
          </p:nvPr>
        </p:nvSpPr>
        <p:spPr/>
        <p:txBody>
          <a:bodyPr/>
          <a:lstStyle/>
          <a:p>
            <a:r>
              <a:rPr lang="en-US" dirty="0"/>
              <a:t>In your tables, please come up with one to two research questions about train routes around the world. Can you answer your original questions with this data? What new, interesting questions might you answer?</a:t>
            </a:r>
          </a:p>
        </p:txBody>
      </p:sp>
    </p:spTree>
    <p:extLst>
      <p:ext uri="{BB962C8B-B14F-4D97-AF65-F5344CB8AC3E}">
        <p14:creationId xmlns:p14="http://schemas.microsoft.com/office/powerpoint/2010/main" val="22934790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800A5-CBBA-AE33-9F15-C333BD2F86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949F12-82A5-0785-649B-10F9BF55E093}"/>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9B84D7F2-3F5D-38E2-BCFE-69187E7F91F2}"/>
              </a:ext>
            </a:extLst>
          </p:cNvPr>
          <p:cNvSpPr>
            <a:spLocks noGrp="1"/>
          </p:cNvSpPr>
          <p:nvPr>
            <p:ph type="body" idx="1"/>
          </p:nvPr>
        </p:nvSpPr>
        <p:spPr/>
        <p:txBody>
          <a:bodyPr/>
          <a:lstStyle/>
          <a:p>
            <a:r>
              <a:rPr lang="en-US" dirty="0"/>
              <a:t>Group discussion</a:t>
            </a:r>
          </a:p>
        </p:txBody>
      </p:sp>
    </p:spTree>
    <p:extLst>
      <p:ext uri="{BB962C8B-B14F-4D97-AF65-F5344CB8AC3E}">
        <p14:creationId xmlns:p14="http://schemas.microsoft.com/office/powerpoint/2010/main" val="3774292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EC7ADA95-078E-442D-2C41-3C91588E5CBC}"/>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41D77CFB-E3C5-71AB-C849-FD79819C5D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We’re often told the research process goes like this; but often it’s much more iterative than that!</a:t>
            </a:r>
            <a:endParaRPr dirty="0"/>
          </a:p>
        </p:txBody>
      </p:sp>
      <p:sp>
        <p:nvSpPr>
          <p:cNvPr id="175" name="Google Shape;175;p5:notes">
            <a:extLst>
              <a:ext uri="{FF2B5EF4-FFF2-40B4-BE49-F238E27FC236}">
                <a16:creationId xmlns:a16="http://schemas.microsoft.com/office/drawing/2014/main" id="{0257D09A-AE7B-1E60-1F8B-2FAB48DEB01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3455415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a:extLst>
            <a:ext uri="{FF2B5EF4-FFF2-40B4-BE49-F238E27FC236}">
              <a16:creationId xmlns:a16="http://schemas.microsoft.com/office/drawing/2014/main" id="{F96259A5-FA09-AE54-0455-76F4644BA01B}"/>
            </a:ext>
          </a:extLst>
        </p:cNvPr>
        <p:cNvGrpSpPr/>
        <p:nvPr/>
      </p:nvGrpSpPr>
      <p:grpSpPr>
        <a:xfrm>
          <a:off x="0" y="0"/>
          <a:ext cx="0" cy="0"/>
          <a:chOff x="0" y="0"/>
          <a:chExt cx="0" cy="0"/>
        </a:xfrm>
      </p:grpSpPr>
      <p:sp>
        <p:nvSpPr>
          <p:cNvPr id="168" name="Google Shape;168;p4:notes">
            <a:extLst>
              <a:ext uri="{FF2B5EF4-FFF2-40B4-BE49-F238E27FC236}">
                <a16:creationId xmlns:a16="http://schemas.microsoft.com/office/drawing/2014/main" id="{D9E64088-DF90-F239-EF17-0D24C47CFE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Regardless of the relationship between project design and research question, there are some general principles that help us form good research questions</a:t>
            </a:r>
            <a:endParaRPr dirty="0"/>
          </a:p>
        </p:txBody>
      </p:sp>
      <p:sp>
        <p:nvSpPr>
          <p:cNvPr id="169" name="Google Shape;169;p4:notes">
            <a:extLst>
              <a:ext uri="{FF2B5EF4-FFF2-40B4-BE49-F238E27FC236}">
                <a16:creationId xmlns:a16="http://schemas.microsoft.com/office/drawing/2014/main" id="{A85380B3-31CF-9544-A102-E3C891B79B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8672203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a:extLst>
            <a:ext uri="{FF2B5EF4-FFF2-40B4-BE49-F238E27FC236}">
              <a16:creationId xmlns:a16="http://schemas.microsoft.com/office/drawing/2014/main" id="{01B8AFAA-39DE-EB8F-3EFC-A84A82188BD5}"/>
            </a:ext>
          </a:extLst>
        </p:cNvPr>
        <p:cNvGrpSpPr/>
        <p:nvPr/>
      </p:nvGrpSpPr>
      <p:grpSpPr>
        <a:xfrm>
          <a:off x="0" y="0"/>
          <a:ext cx="0" cy="0"/>
          <a:chOff x="0" y="0"/>
          <a:chExt cx="0" cy="0"/>
        </a:xfrm>
      </p:grpSpPr>
      <p:sp>
        <p:nvSpPr>
          <p:cNvPr id="114" name="Google Shape;114;g380b9287a4a_0_1:notes">
            <a:extLst>
              <a:ext uri="{FF2B5EF4-FFF2-40B4-BE49-F238E27FC236}">
                <a16:creationId xmlns:a16="http://schemas.microsoft.com/office/drawing/2014/main" id="{457A833F-20C2-23DE-C1AC-FA2CA977A3C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15" name="Google Shape;115;g380b9287a4a_0_1:notes">
            <a:extLst>
              <a:ext uri="{FF2B5EF4-FFF2-40B4-BE49-F238E27FC236}">
                <a16:creationId xmlns:a16="http://schemas.microsoft.com/office/drawing/2014/main" id="{24AE84D3-C214-B965-ECFF-B363C08851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2767698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021095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a:extLst>
            <a:ext uri="{FF2B5EF4-FFF2-40B4-BE49-F238E27FC236}">
              <a16:creationId xmlns:a16="http://schemas.microsoft.com/office/drawing/2014/main" id="{5DFB026D-89F6-6260-5A23-C6712505549A}"/>
            </a:ext>
          </a:extLst>
        </p:cNvPr>
        <p:cNvGrpSpPr/>
        <p:nvPr/>
      </p:nvGrpSpPr>
      <p:grpSpPr>
        <a:xfrm>
          <a:off x="0" y="0"/>
          <a:ext cx="0" cy="0"/>
          <a:chOff x="0" y="0"/>
          <a:chExt cx="0" cy="0"/>
        </a:xfrm>
      </p:grpSpPr>
      <p:sp>
        <p:nvSpPr>
          <p:cNvPr id="114" name="Google Shape;114;g380b9287a4a_0_1:notes">
            <a:extLst>
              <a:ext uri="{FF2B5EF4-FFF2-40B4-BE49-F238E27FC236}">
                <a16:creationId xmlns:a16="http://schemas.microsoft.com/office/drawing/2014/main" id="{E99CBCEA-C252-CB76-67D2-C8BE0100C5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15" name="Google Shape;115;g380b9287a4a_0_1:notes">
            <a:extLst>
              <a:ext uri="{FF2B5EF4-FFF2-40B4-BE49-F238E27FC236}">
                <a16:creationId xmlns:a16="http://schemas.microsoft.com/office/drawing/2014/main" id="{274B044D-B430-37E7-D9FB-41304A41AC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2373310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a:extLst>
            <a:ext uri="{FF2B5EF4-FFF2-40B4-BE49-F238E27FC236}">
              <a16:creationId xmlns:a16="http://schemas.microsoft.com/office/drawing/2014/main" id="{8E032916-34E7-9E4A-97BF-3D24D9E80F53}"/>
            </a:ext>
          </a:extLst>
        </p:cNvPr>
        <p:cNvGrpSpPr/>
        <p:nvPr/>
      </p:nvGrpSpPr>
      <p:grpSpPr>
        <a:xfrm>
          <a:off x="0" y="0"/>
          <a:ext cx="0" cy="0"/>
          <a:chOff x="0" y="0"/>
          <a:chExt cx="0" cy="0"/>
        </a:xfrm>
      </p:grpSpPr>
      <p:sp>
        <p:nvSpPr>
          <p:cNvPr id="168" name="Google Shape;168;p4:notes">
            <a:extLst>
              <a:ext uri="{FF2B5EF4-FFF2-40B4-BE49-F238E27FC236}">
                <a16:creationId xmlns:a16="http://schemas.microsoft.com/office/drawing/2014/main" id="{DB49D274-6763-42CA-C475-7CF80AB008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69" name="Google Shape;169;p4:notes">
            <a:extLst>
              <a:ext uri="{FF2B5EF4-FFF2-40B4-BE49-F238E27FC236}">
                <a16:creationId xmlns:a16="http://schemas.microsoft.com/office/drawing/2014/main" id="{E9144B2F-4EDA-9E3B-F390-E7A0F7863B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013661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214639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188F76AD-C158-5965-F07C-1548723C2CF1}"/>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BF5B6D48-71F1-32FE-A052-A5AC11C832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75" name="Google Shape;175;p5:notes">
            <a:extLst>
              <a:ext uri="{FF2B5EF4-FFF2-40B4-BE49-F238E27FC236}">
                <a16:creationId xmlns:a16="http://schemas.microsoft.com/office/drawing/2014/main" id="{B40D62A5-CAC2-C027-DF3F-355AC15093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6039090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56BB8F19-3963-4C11-A8A9-F961F895488B}"/>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77928A19-9464-C747-859C-EA24D11C98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75" name="Google Shape;175;p5:notes">
            <a:extLst>
              <a:ext uri="{FF2B5EF4-FFF2-40B4-BE49-F238E27FC236}">
                <a16:creationId xmlns:a16="http://schemas.microsoft.com/office/drawing/2014/main" id="{1581D6FE-51BC-6F1F-51CD-DFBA913375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9721450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a:extLst>
            <a:ext uri="{FF2B5EF4-FFF2-40B4-BE49-F238E27FC236}">
              <a16:creationId xmlns:a16="http://schemas.microsoft.com/office/drawing/2014/main" id="{EEC42D03-8737-1FA1-068C-2DB31B19DDAC}"/>
            </a:ext>
          </a:extLst>
        </p:cNvPr>
        <p:cNvGrpSpPr/>
        <p:nvPr/>
      </p:nvGrpSpPr>
      <p:grpSpPr>
        <a:xfrm>
          <a:off x="0" y="0"/>
          <a:ext cx="0" cy="0"/>
          <a:chOff x="0" y="0"/>
          <a:chExt cx="0" cy="0"/>
        </a:xfrm>
      </p:grpSpPr>
      <p:sp>
        <p:nvSpPr>
          <p:cNvPr id="114" name="Google Shape;114;g380b9287a4a_0_1:notes">
            <a:extLst>
              <a:ext uri="{FF2B5EF4-FFF2-40B4-BE49-F238E27FC236}">
                <a16:creationId xmlns:a16="http://schemas.microsoft.com/office/drawing/2014/main" id="{1D3C229A-7793-D147-B3A5-C45419D0B4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15" name="Google Shape;115;g380b9287a4a_0_1:notes">
            <a:extLst>
              <a:ext uri="{FF2B5EF4-FFF2-40B4-BE49-F238E27FC236}">
                <a16:creationId xmlns:a16="http://schemas.microsoft.com/office/drawing/2014/main" id="{253DBB4B-E1CD-515D-68A2-B77FDA201C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431834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a:extLst>
            <a:ext uri="{FF2B5EF4-FFF2-40B4-BE49-F238E27FC236}">
              <a16:creationId xmlns:a16="http://schemas.microsoft.com/office/drawing/2014/main" id="{511AD99E-0325-83A2-AC2D-A4B821E903CB}"/>
            </a:ext>
          </a:extLst>
        </p:cNvPr>
        <p:cNvGrpSpPr/>
        <p:nvPr/>
      </p:nvGrpSpPr>
      <p:grpSpPr>
        <a:xfrm>
          <a:off x="0" y="0"/>
          <a:ext cx="0" cy="0"/>
          <a:chOff x="0" y="0"/>
          <a:chExt cx="0" cy="0"/>
        </a:xfrm>
      </p:grpSpPr>
      <p:sp>
        <p:nvSpPr>
          <p:cNvPr id="168" name="Google Shape;168;p4:notes">
            <a:extLst>
              <a:ext uri="{FF2B5EF4-FFF2-40B4-BE49-F238E27FC236}">
                <a16:creationId xmlns:a16="http://schemas.microsoft.com/office/drawing/2014/main" id="{5B353711-B754-D35B-3CE7-537D544098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How can we improve the research questions we brainstormed? Introduce our research question</a:t>
            </a:r>
            <a:endParaRPr dirty="0"/>
          </a:p>
        </p:txBody>
      </p:sp>
      <p:sp>
        <p:nvSpPr>
          <p:cNvPr id="169" name="Google Shape;169;p4:notes">
            <a:extLst>
              <a:ext uri="{FF2B5EF4-FFF2-40B4-BE49-F238E27FC236}">
                <a16:creationId xmlns:a16="http://schemas.microsoft.com/office/drawing/2014/main" id="{0A663EC7-34F2-1265-EC6C-2853ECE1BE2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163328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a:extLst>
            <a:ext uri="{FF2B5EF4-FFF2-40B4-BE49-F238E27FC236}">
              <a16:creationId xmlns:a16="http://schemas.microsoft.com/office/drawing/2014/main" id="{0B5D8523-41CE-B5C5-9941-AD79BFB85FC7}"/>
            </a:ext>
          </a:extLst>
        </p:cNvPr>
        <p:cNvGrpSpPr/>
        <p:nvPr/>
      </p:nvGrpSpPr>
      <p:grpSpPr>
        <a:xfrm>
          <a:off x="0" y="0"/>
          <a:ext cx="0" cy="0"/>
          <a:chOff x="0" y="0"/>
          <a:chExt cx="0" cy="0"/>
        </a:xfrm>
      </p:grpSpPr>
      <p:sp>
        <p:nvSpPr>
          <p:cNvPr id="168" name="Google Shape;168;p4:notes">
            <a:extLst>
              <a:ext uri="{FF2B5EF4-FFF2-40B4-BE49-F238E27FC236}">
                <a16:creationId xmlns:a16="http://schemas.microsoft.com/office/drawing/2014/main" id="{3CCD55C2-1684-1780-6173-79C6FBE1C9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69" name="Google Shape;169;p4:notes">
            <a:extLst>
              <a:ext uri="{FF2B5EF4-FFF2-40B4-BE49-F238E27FC236}">
                <a16:creationId xmlns:a16="http://schemas.microsoft.com/office/drawing/2014/main" id="{1A98682C-32DA-9342-D36D-234CD5EE95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52056716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White Logo and Grid Green Background" type="blank">
  <p:cSld name="BLANK">
    <p:bg>
      <p:bgPr>
        <a:solidFill>
          <a:schemeClr val="dk2"/>
        </a:solidFill>
        <a:effectLst/>
      </p:bgPr>
    </p:bg>
    <p:spTree>
      <p:nvGrpSpPr>
        <p:cNvPr id="1" name="Shape 8"/>
        <p:cNvGrpSpPr/>
        <p:nvPr/>
      </p:nvGrpSpPr>
      <p:grpSpPr>
        <a:xfrm>
          <a:off x="0" y="0"/>
          <a:ext cx="0" cy="0"/>
          <a:chOff x="0" y="0"/>
          <a:chExt cx="0" cy="0"/>
        </a:xfrm>
      </p:grpSpPr>
      <p:sp>
        <p:nvSpPr>
          <p:cNvPr id="9" name="Google Shape;9;p2"/>
          <p:cNvSpPr/>
          <p:nvPr/>
        </p:nvSpPr>
        <p:spPr>
          <a:xfrm>
            <a:off x="16581041" y="-1243521"/>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2">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 name="Google Shape;10;p2"/>
          <p:cNvSpPr/>
          <p:nvPr/>
        </p:nvSpPr>
        <p:spPr>
          <a:xfrm>
            <a:off x="0" y="0"/>
            <a:ext cx="2864699" cy="1433940"/>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a:stretch>
          </a:blipFill>
          <a:ln>
            <a:noFill/>
          </a:ln>
        </p:spPr>
        <p:txBody>
          <a:bodyPr/>
          <a:lstStyle/>
          <a:p>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Green Logo and Grid White Background">
  <p:cSld name="BLANK_1">
    <p:spTree>
      <p:nvGrpSpPr>
        <p:cNvPr id="1" name="Shape 13"/>
        <p:cNvGrpSpPr/>
        <p:nvPr/>
      </p:nvGrpSpPr>
      <p:grpSpPr>
        <a:xfrm>
          <a:off x="0" y="0"/>
          <a:ext cx="0" cy="0"/>
          <a:chOff x="0" y="0"/>
          <a:chExt cx="0" cy="0"/>
        </a:xfrm>
      </p:grpSpPr>
      <p:sp>
        <p:nvSpPr>
          <p:cNvPr id="14" name="Google Shape;14;p4"/>
          <p:cNvSpPr/>
          <p:nvPr/>
        </p:nvSpPr>
        <p:spPr>
          <a:xfrm>
            <a:off x="16357016" y="-1358296"/>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2">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 name="Google Shape;15;p4"/>
          <p:cNvSpPr/>
          <p:nvPr/>
        </p:nvSpPr>
        <p:spPr>
          <a:xfrm>
            <a:off x="0" y="0"/>
            <a:ext cx="2277436" cy="1104614"/>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Logo and Blue Swish Option 1">
  <p:cSld name="BLANK_1_1">
    <p:spTree>
      <p:nvGrpSpPr>
        <p:cNvPr id="1" name="Shape 16"/>
        <p:cNvGrpSpPr/>
        <p:nvPr/>
      </p:nvGrpSpPr>
      <p:grpSpPr>
        <a:xfrm>
          <a:off x="0" y="0"/>
          <a:ext cx="0" cy="0"/>
          <a:chOff x="0" y="0"/>
          <a:chExt cx="0" cy="0"/>
        </a:xfrm>
      </p:grpSpPr>
      <p:sp>
        <p:nvSpPr>
          <p:cNvPr id="17" name="Google Shape;17;p5"/>
          <p:cNvSpPr/>
          <p:nvPr/>
        </p:nvSpPr>
        <p:spPr>
          <a:xfrm>
            <a:off x="14943128" y="5030925"/>
            <a:ext cx="7799215" cy="7708224"/>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2">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8" name="Google Shape;18;p5"/>
          <p:cNvSpPr/>
          <p:nvPr/>
        </p:nvSpPr>
        <p:spPr>
          <a:xfrm>
            <a:off x="0" y="0"/>
            <a:ext cx="2277436" cy="1104614"/>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Logo and Blue Swish Option 2">
  <p:cSld name="BLANK_1_1_1">
    <p:spTree>
      <p:nvGrpSpPr>
        <p:cNvPr id="1" name="Shape 19"/>
        <p:cNvGrpSpPr/>
        <p:nvPr/>
      </p:nvGrpSpPr>
      <p:grpSpPr>
        <a:xfrm>
          <a:off x="0" y="0"/>
          <a:ext cx="0" cy="0"/>
          <a:chOff x="0" y="0"/>
          <a:chExt cx="0" cy="0"/>
        </a:xfrm>
      </p:grpSpPr>
      <p:sp>
        <p:nvSpPr>
          <p:cNvPr id="20" name="Google Shape;20;p6"/>
          <p:cNvSpPr/>
          <p:nvPr/>
        </p:nvSpPr>
        <p:spPr>
          <a:xfrm>
            <a:off x="-1524397" y="-2889625"/>
            <a:ext cx="7799215" cy="7708224"/>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2">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1" name="Google Shape;21;p6"/>
          <p:cNvSpPr/>
          <p:nvPr/>
        </p:nvSpPr>
        <p:spPr>
          <a:xfrm>
            <a:off x="16010575" y="9182375"/>
            <a:ext cx="2277436" cy="1104614"/>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lt1"/>
        </a:solidFill>
        <a:effectLst/>
      </p:bgPr>
    </p:bg>
    <p:spTree>
      <p:nvGrpSpPr>
        <p:cNvPr id="1" name="Shape 22"/>
        <p:cNvGrpSpPr/>
        <p:nvPr/>
      </p:nvGrpSpPr>
      <p:grpSpPr>
        <a:xfrm>
          <a:off x="0" y="0"/>
          <a:ext cx="0" cy="0"/>
          <a:chOff x="0" y="0"/>
          <a:chExt cx="0" cy="0"/>
        </a:xfrm>
      </p:grpSpPr>
      <p:sp>
        <p:nvSpPr>
          <p:cNvPr id="23" name="Google Shape;23;p7"/>
          <p:cNvSpPr/>
          <p:nvPr/>
        </p:nvSpPr>
        <p:spPr>
          <a:xfrm>
            <a:off x="-856247" y="4446275"/>
            <a:ext cx="7799215" cy="7708224"/>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2">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4" name="Google Shape;24;p7"/>
          <p:cNvSpPr txBox="1">
            <a:spLocks noGrp="1"/>
          </p:cNvSpPr>
          <p:nvPr>
            <p:ph type="title"/>
          </p:nvPr>
        </p:nvSpPr>
        <p:spPr>
          <a:xfrm>
            <a:off x="1177000" y="2884446"/>
            <a:ext cx="16873500" cy="17856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dk1"/>
              </a:buClr>
              <a:buSzPts val="10000"/>
              <a:buFont typeface="Anton"/>
              <a:buNone/>
              <a:defRPr sz="10000" i="0" u="none" strike="noStrike" cap="none">
                <a:solidFill>
                  <a:schemeClr val="dk1"/>
                </a:solidFill>
                <a:latin typeface="Anton"/>
                <a:ea typeface="Anton"/>
                <a:cs typeface="Anton"/>
                <a:sym typeface="Anton"/>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25" name="Google Shape;25;p7"/>
          <p:cNvSpPr/>
          <p:nvPr/>
        </p:nvSpPr>
        <p:spPr>
          <a:xfrm>
            <a:off x="16420141" y="-1355571"/>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6" name="Google Shape;26;p7"/>
          <p:cNvSpPr txBox="1"/>
          <p:nvPr/>
        </p:nvSpPr>
        <p:spPr>
          <a:xfrm>
            <a:off x="6257925" y="10711475"/>
            <a:ext cx="8018100" cy="17856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endParaRPr sz="10400">
              <a:solidFill>
                <a:srgbClr val="00693D"/>
              </a:solidFill>
              <a:latin typeface="Anton"/>
              <a:ea typeface="Anton"/>
              <a:cs typeface="Anton"/>
              <a:sym typeface="Anton"/>
            </a:endParaRPr>
          </a:p>
        </p:txBody>
      </p:sp>
      <p:sp>
        <p:nvSpPr>
          <p:cNvPr id="27" name="Google Shape;27;p7"/>
          <p:cNvSpPr txBox="1">
            <a:spLocks noGrp="1"/>
          </p:cNvSpPr>
          <p:nvPr>
            <p:ph type="body" idx="1"/>
          </p:nvPr>
        </p:nvSpPr>
        <p:spPr>
          <a:xfrm>
            <a:off x="1354800" y="4600225"/>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
        <p:nvSpPr>
          <p:cNvPr id="28" name="Google Shape;28;p7"/>
          <p:cNvSpPr/>
          <p:nvPr/>
        </p:nvSpPr>
        <p:spPr>
          <a:xfrm>
            <a:off x="0" y="0"/>
            <a:ext cx="5729398" cy="2744382"/>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4">
              <a:alphaModFix/>
            </a:blip>
            <a:stretch>
              <a:fillRect l="-29" r="-19"/>
            </a:stretch>
          </a:blipFill>
          <a:ln>
            <a:noFill/>
          </a:ln>
        </p:spPr>
        <p:txBody>
          <a:bodyPr/>
          <a:lstStyle/>
          <a:p>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Agenda or Contents Page" type="obj">
  <p:cSld name="OBJECT">
    <p:spTree>
      <p:nvGrpSpPr>
        <p:cNvPr id="1" name="Shape 29"/>
        <p:cNvGrpSpPr/>
        <p:nvPr/>
      </p:nvGrpSpPr>
      <p:grpSpPr>
        <a:xfrm>
          <a:off x="0" y="0"/>
          <a:ext cx="0" cy="0"/>
          <a:chOff x="0" y="0"/>
          <a:chExt cx="0" cy="0"/>
        </a:xfrm>
      </p:grpSpPr>
      <p:sp>
        <p:nvSpPr>
          <p:cNvPr id="30" name="Google Shape;30;p8"/>
          <p:cNvSpPr/>
          <p:nvPr/>
        </p:nvSpPr>
        <p:spPr>
          <a:xfrm>
            <a:off x="0" y="0"/>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2">
              <a:alphaModFix/>
            </a:blip>
            <a:stretch>
              <a:fillRect l="-29" r="-1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1" name="Google Shape;31;p8"/>
          <p:cNvSpPr/>
          <p:nvPr/>
        </p:nvSpPr>
        <p:spPr>
          <a:xfrm>
            <a:off x="16427016" y="-1371071"/>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2" name="Google Shape;32;p8"/>
          <p:cNvSpPr txBox="1"/>
          <p:nvPr/>
        </p:nvSpPr>
        <p:spPr>
          <a:xfrm>
            <a:off x="1642625" y="2745950"/>
            <a:ext cx="7238400" cy="103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0400">
              <a:solidFill>
                <a:srgbClr val="00693D"/>
              </a:solidFill>
              <a:latin typeface="Anton"/>
              <a:ea typeface="Anton"/>
              <a:cs typeface="Anton"/>
              <a:sym typeface="Anton"/>
            </a:endParaRPr>
          </a:p>
        </p:txBody>
      </p:sp>
      <p:sp>
        <p:nvSpPr>
          <p:cNvPr id="33" name="Google Shape;33;p8"/>
          <p:cNvSpPr txBox="1">
            <a:spLocks noGrp="1"/>
          </p:cNvSpPr>
          <p:nvPr>
            <p:ph type="body" idx="1"/>
          </p:nvPr>
        </p:nvSpPr>
        <p:spPr>
          <a:xfrm>
            <a:off x="2301375" y="2745950"/>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Agenda or Contents Page alternate logo placement" type="secHead">
  <p:cSld name="SECTION_HEADER">
    <p:spTree>
      <p:nvGrpSpPr>
        <p:cNvPr id="1" name="Shape 34"/>
        <p:cNvGrpSpPr/>
        <p:nvPr/>
      </p:nvGrpSpPr>
      <p:grpSpPr>
        <a:xfrm>
          <a:off x="0" y="0"/>
          <a:ext cx="0" cy="0"/>
          <a:chOff x="0" y="0"/>
          <a:chExt cx="0" cy="0"/>
        </a:xfrm>
      </p:grpSpPr>
      <p:sp>
        <p:nvSpPr>
          <p:cNvPr id="35" name="Google Shape;35;p9"/>
          <p:cNvSpPr/>
          <p:nvPr/>
        </p:nvSpPr>
        <p:spPr>
          <a:xfrm>
            <a:off x="15529039" y="8975833"/>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2">
              <a:alphaModFix/>
            </a:blip>
            <a:stretch>
              <a:fillRect l="-29" r="-1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 name="Google Shape;36;p9"/>
          <p:cNvSpPr/>
          <p:nvPr/>
        </p:nvSpPr>
        <p:spPr>
          <a:xfrm>
            <a:off x="-1349034" y="-1343221"/>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 name="Google Shape;37;p9"/>
          <p:cNvSpPr txBox="1">
            <a:spLocks noGrp="1"/>
          </p:cNvSpPr>
          <p:nvPr>
            <p:ph type="body" idx="1"/>
          </p:nvPr>
        </p:nvSpPr>
        <p:spPr>
          <a:xfrm>
            <a:off x="2482350" y="2581800"/>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opic Intro Slide Option 1" type="twoObj">
  <p:cSld name="TWO_OBJECTS">
    <p:bg>
      <p:bgPr>
        <a:solidFill>
          <a:srgbClr val="12312B"/>
        </a:solidFill>
        <a:effectLst/>
      </p:bgPr>
    </p:bg>
    <p:spTree>
      <p:nvGrpSpPr>
        <p:cNvPr id="1" name="Shape 38"/>
        <p:cNvGrpSpPr/>
        <p:nvPr/>
      </p:nvGrpSpPr>
      <p:grpSpPr>
        <a:xfrm>
          <a:off x="0" y="0"/>
          <a:ext cx="0" cy="0"/>
          <a:chOff x="0" y="0"/>
          <a:chExt cx="0" cy="0"/>
        </a:xfrm>
      </p:grpSpPr>
      <p:sp>
        <p:nvSpPr>
          <p:cNvPr id="39" name="Google Shape;39;p10"/>
          <p:cNvSpPr/>
          <p:nvPr/>
        </p:nvSpPr>
        <p:spPr>
          <a:xfrm>
            <a:off x="0" y="0"/>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2">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0" name="Google Shape;40;p10"/>
          <p:cNvSpPr/>
          <p:nvPr/>
        </p:nvSpPr>
        <p:spPr>
          <a:xfrm>
            <a:off x="1408291" y="2557325"/>
            <a:ext cx="1869603" cy="1708030"/>
          </a:xfrm>
          <a:custGeom>
            <a:avLst/>
            <a:gdLst/>
            <a:ahLst/>
            <a:cxnLst/>
            <a:rect l="l" t="t" r="r" b="b"/>
            <a:pathLst>
              <a:path w="3578188" h="2597765" extrusionOk="0">
                <a:moveTo>
                  <a:pt x="0" y="0"/>
                </a:moveTo>
                <a:lnTo>
                  <a:pt x="3578188" y="0"/>
                </a:lnTo>
                <a:lnTo>
                  <a:pt x="3578188" y="2597765"/>
                </a:lnTo>
                <a:lnTo>
                  <a:pt x="0" y="2597765"/>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1" name="Google Shape;41;p10"/>
          <p:cNvSpPr/>
          <p:nvPr/>
        </p:nvSpPr>
        <p:spPr>
          <a:xfrm>
            <a:off x="16427016" y="-1371071"/>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2" name="Google Shape;42;p10"/>
          <p:cNvSpPr txBox="1">
            <a:spLocks noGrp="1"/>
          </p:cNvSpPr>
          <p:nvPr>
            <p:ph type="title"/>
          </p:nvPr>
        </p:nvSpPr>
        <p:spPr>
          <a:xfrm>
            <a:off x="3334625" y="2828771"/>
            <a:ext cx="16873500" cy="17856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rgbClr val="A5D75F"/>
              </a:buClr>
              <a:buSzPts val="6500"/>
              <a:buFont typeface="Anton"/>
              <a:buNone/>
              <a:defRPr sz="6500" i="0" u="none" strike="noStrike" cap="none">
                <a:solidFill>
                  <a:srgbClr val="A5D75F"/>
                </a:solidFill>
                <a:latin typeface="Anton"/>
                <a:ea typeface="Anton"/>
                <a:cs typeface="Anton"/>
                <a:sym typeface="Anton"/>
              </a:defRPr>
            </a:lvl1pPr>
            <a:lvl2pPr lvl="1" rtl="0">
              <a:spcBef>
                <a:spcPts val="0"/>
              </a:spcBef>
              <a:spcAft>
                <a:spcPts val="0"/>
              </a:spcAft>
              <a:buClr>
                <a:srgbClr val="A5D75F"/>
              </a:buClr>
              <a:buSzPts val="6500"/>
              <a:buNone/>
              <a:defRPr sz="6500">
                <a:solidFill>
                  <a:srgbClr val="A5D75F"/>
                </a:solidFill>
              </a:defRPr>
            </a:lvl2pPr>
            <a:lvl3pPr lvl="2" rtl="0">
              <a:spcBef>
                <a:spcPts val="0"/>
              </a:spcBef>
              <a:spcAft>
                <a:spcPts val="0"/>
              </a:spcAft>
              <a:buClr>
                <a:srgbClr val="A5D75F"/>
              </a:buClr>
              <a:buSzPts val="6500"/>
              <a:buNone/>
              <a:defRPr sz="6500">
                <a:solidFill>
                  <a:srgbClr val="A5D75F"/>
                </a:solidFill>
              </a:defRPr>
            </a:lvl3pPr>
            <a:lvl4pPr lvl="3" rtl="0">
              <a:spcBef>
                <a:spcPts val="0"/>
              </a:spcBef>
              <a:spcAft>
                <a:spcPts val="0"/>
              </a:spcAft>
              <a:buClr>
                <a:srgbClr val="A5D75F"/>
              </a:buClr>
              <a:buSzPts val="6500"/>
              <a:buNone/>
              <a:defRPr sz="6500">
                <a:solidFill>
                  <a:srgbClr val="A5D75F"/>
                </a:solidFill>
              </a:defRPr>
            </a:lvl4pPr>
            <a:lvl5pPr lvl="4" rtl="0">
              <a:spcBef>
                <a:spcPts val="0"/>
              </a:spcBef>
              <a:spcAft>
                <a:spcPts val="0"/>
              </a:spcAft>
              <a:buClr>
                <a:srgbClr val="A5D75F"/>
              </a:buClr>
              <a:buSzPts val="6500"/>
              <a:buNone/>
              <a:defRPr sz="6500">
                <a:solidFill>
                  <a:srgbClr val="A5D75F"/>
                </a:solidFill>
              </a:defRPr>
            </a:lvl5pPr>
            <a:lvl6pPr lvl="5" rtl="0">
              <a:spcBef>
                <a:spcPts val="0"/>
              </a:spcBef>
              <a:spcAft>
                <a:spcPts val="0"/>
              </a:spcAft>
              <a:buClr>
                <a:srgbClr val="A5D75F"/>
              </a:buClr>
              <a:buSzPts val="6500"/>
              <a:buNone/>
              <a:defRPr sz="6500">
                <a:solidFill>
                  <a:srgbClr val="A5D75F"/>
                </a:solidFill>
              </a:defRPr>
            </a:lvl6pPr>
            <a:lvl7pPr lvl="6" rtl="0">
              <a:spcBef>
                <a:spcPts val="0"/>
              </a:spcBef>
              <a:spcAft>
                <a:spcPts val="0"/>
              </a:spcAft>
              <a:buClr>
                <a:srgbClr val="A5D75F"/>
              </a:buClr>
              <a:buSzPts val="6500"/>
              <a:buNone/>
              <a:defRPr sz="6500">
                <a:solidFill>
                  <a:srgbClr val="A5D75F"/>
                </a:solidFill>
              </a:defRPr>
            </a:lvl7pPr>
            <a:lvl8pPr lvl="7" rtl="0">
              <a:spcBef>
                <a:spcPts val="0"/>
              </a:spcBef>
              <a:spcAft>
                <a:spcPts val="0"/>
              </a:spcAft>
              <a:buClr>
                <a:srgbClr val="A5D75F"/>
              </a:buClr>
              <a:buSzPts val="6500"/>
              <a:buNone/>
              <a:defRPr sz="6500">
                <a:solidFill>
                  <a:srgbClr val="A5D75F"/>
                </a:solidFill>
              </a:defRPr>
            </a:lvl8pPr>
            <a:lvl9pPr lvl="8" rtl="0">
              <a:spcBef>
                <a:spcPts val="0"/>
              </a:spcBef>
              <a:spcAft>
                <a:spcPts val="0"/>
              </a:spcAft>
              <a:buClr>
                <a:srgbClr val="A5D75F"/>
              </a:buClr>
              <a:buSzPts val="6500"/>
              <a:buNone/>
              <a:defRPr sz="6500">
                <a:solidFill>
                  <a:srgbClr val="A5D75F"/>
                </a:solidFill>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ntro Slide Option 2" type="twoTxTwoObj">
  <p:cSld name="TWO_OBJECTS_WITH_TEXT">
    <p:bg>
      <p:bgPr>
        <a:solidFill>
          <a:srgbClr val="00693D"/>
        </a:solidFill>
        <a:effectLst/>
      </p:bgPr>
    </p:bg>
    <p:spTree>
      <p:nvGrpSpPr>
        <p:cNvPr id="1" name="Shape 43"/>
        <p:cNvGrpSpPr/>
        <p:nvPr/>
      </p:nvGrpSpPr>
      <p:grpSpPr>
        <a:xfrm>
          <a:off x="0" y="0"/>
          <a:ext cx="0" cy="0"/>
          <a:chOff x="0" y="0"/>
          <a:chExt cx="0" cy="0"/>
        </a:xfrm>
      </p:grpSpPr>
      <p:sp>
        <p:nvSpPr>
          <p:cNvPr id="44" name="Google Shape;44;p11"/>
          <p:cNvSpPr/>
          <p:nvPr/>
        </p:nvSpPr>
        <p:spPr>
          <a:xfrm>
            <a:off x="1203816" y="2265700"/>
            <a:ext cx="1950112" cy="1630098"/>
          </a:xfrm>
          <a:custGeom>
            <a:avLst/>
            <a:gdLst/>
            <a:ahLst/>
            <a:cxnLst/>
            <a:rect l="l" t="t" r="r" b="b"/>
            <a:pathLst>
              <a:path w="3578188" h="2597765" extrusionOk="0">
                <a:moveTo>
                  <a:pt x="0" y="0"/>
                </a:moveTo>
                <a:lnTo>
                  <a:pt x="3578188" y="0"/>
                </a:lnTo>
                <a:lnTo>
                  <a:pt x="3578188" y="2597765"/>
                </a:lnTo>
                <a:lnTo>
                  <a:pt x="0" y="2597765"/>
                </a:lnTo>
                <a:lnTo>
                  <a:pt x="0" y="0"/>
                </a:lnTo>
                <a:close/>
              </a:path>
            </a:pathLst>
          </a:custGeom>
          <a:blipFill rotWithShape="1">
            <a:blip r:embed="rId2">
              <a:alphaModFix/>
            </a:blip>
            <a:stretch>
              <a:fillRect l="-69" r="-5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5" name="Google Shape;45;p11"/>
          <p:cNvSpPr/>
          <p:nvPr/>
        </p:nvSpPr>
        <p:spPr>
          <a:xfrm>
            <a:off x="15521394" y="8961796"/>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6" name="Google Shape;46;p11"/>
          <p:cNvSpPr/>
          <p:nvPr/>
        </p:nvSpPr>
        <p:spPr>
          <a:xfrm>
            <a:off x="16427016" y="-1371071"/>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7" name="Google Shape;47;p11"/>
          <p:cNvSpPr txBox="1">
            <a:spLocks noGrp="1"/>
          </p:cNvSpPr>
          <p:nvPr>
            <p:ph type="title"/>
          </p:nvPr>
        </p:nvSpPr>
        <p:spPr>
          <a:xfrm>
            <a:off x="3320700" y="2383321"/>
            <a:ext cx="16873500" cy="17856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lt1"/>
              </a:buClr>
              <a:buSzPts val="6500"/>
              <a:buFont typeface="Anton"/>
              <a:buNone/>
              <a:defRPr sz="6500" i="0" u="none" strike="noStrike" cap="none">
                <a:solidFill>
                  <a:schemeClr val="lt1"/>
                </a:solidFill>
                <a:latin typeface="Anton"/>
                <a:ea typeface="Anton"/>
                <a:cs typeface="Anton"/>
                <a:sym typeface="Anton"/>
              </a:defRPr>
            </a:lvl1pPr>
            <a:lvl2pPr lvl="1" rtl="0">
              <a:spcBef>
                <a:spcPts val="0"/>
              </a:spcBef>
              <a:spcAft>
                <a:spcPts val="0"/>
              </a:spcAft>
              <a:buClr>
                <a:schemeClr val="lt1"/>
              </a:buClr>
              <a:buSzPts val="6500"/>
              <a:buNone/>
              <a:defRPr sz="6500">
                <a:solidFill>
                  <a:schemeClr val="lt1"/>
                </a:solidFill>
              </a:defRPr>
            </a:lvl2pPr>
            <a:lvl3pPr lvl="2" rtl="0">
              <a:spcBef>
                <a:spcPts val="0"/>
              </a:spcBef>
              <a:spcAft>
                <a:spcPts val="0"/>
              </a:spcAft>
              <a:buClr>
                <a:schemeClr val="lt1"/>
              </a:buClr>
              <a:buSzPts val="6500"/>
              <a:buNone/>
              <a:defRPr sz="6500">
                <a:solidFill>
                  <a:schemeClr val="lt1"/>
                </a:solidFill>
              </a:defRPr>
            </a:lvl3pPr>
            <a:lvl4pPr lvl="3" rtl="0">
              <a:spcBef>
                <a:spcPts val="0"/>
              </a:spcBef>
              <a:spcAft>
                <a:spcPts val="0"/>
              </a:spcAft>
              <a:buClr>
                <a:schemeClr val="lt1"/>
              </a:buClr>
              <a:buSzPts val="6500"/>
              <a:buNone/>
              <a:defRPr sz="6500">
                <a:solidFill>
                  <a:schemeClr val="lt1"/>
                </a:solidFill>
              </a:defRPr>
            </a:lvl4pPr>
            <a:lvl5pPr lvl="4" rtl="0">
              <a:spcBef>
                <a:spcPts val="0"/>
              </a:spcBef>
              <a:spcAft>
                <a:spcPts val="0"/>
              </a:spcAft>
              <a:buClr>
                <a:schemeClr val="lt1"/>
              </a:buClr>
              <a:buSzPts val="6500"/>
              <a:buNone/>
              <a:defRPr sz="6500">
                <a:solidFill>
                  <a:schemeClr val="lt1"/>
                </a:solidFill>
              </a:defRPr>
            </a:lvl5pPr>
            <a:lvl6pPr lvl="5" rtl="0">
              <a:spcBef>
                <a:spcPts val="0"/>
              </a:spcBef>
              <a:spcAft>
                <a:spcPts val="0"/>
              </a:spcAft>
              <a:buClr>
                <a:schemeClr val="lt1"/>
              </a:buClr>
              <a:buSzPts val="6500"/>
              <a:buNone/>
              <a:defRPr sz="6500">
                <a:solidFill>
                  <a:schemeClr val="lt1"/>
                </a:solidFill>
              </a:defRPr>
            </a:lvl6pPr>
            <a:lvl7pPr lvl="6" rtl="0">
              <a:spcBef>
                <a:spcPts val="0"/>
              </a:spcBef>
              <a:spcAft>
                <a:spcPts val="0"/>
              </a:spcAft>
              <a:buClr>
                <a:schemeClr val="lt1"/>
              </a:buClr>
              <a:buSzPts val="6500"/>
              <a:buNone/>
              <a:defRPr sz="6500">
                <a:solidFill>
                  <a:schemeClr val="lt1"/>
                </a:solidFill>
              </a:defRPr>
            </a:lvl7pPr>
            <a:lvl8pPr lvl="7" rtl="0">
              <a:spcBef>
                <a:spcPts val="0"/>
              </a:spcBef>
              <a:spcAft>
                <a:spcPts val="0"/>
              </a:spcAft>
              <a:buClr>
                <a:schemeClr val="lt1"/>
              </a:buClr>
              <a:buSzPts val="6500"/>
              <a:buNone/>
              <a:defRPr sz="6500">
                <a:solidFill>
                  <a:schemeClr val="lt1"/>
                </a:solidFill>
              </a:defRPr>
            </a:lvl8pPr>
            <a:lvl9pPr lvl="8" rtl="0">
              <a:spcBef>
                <a:spcPts val="0"/>
              </a:spcBef>
              <a:spcAft>
                <a:spcPts val="0"/>
              </a:spcAft>
              <a:buClr>
                <a:schemeClr val="lt1"/>
              </a:buClr>
              <a:buSzPts val="6500"/>
              <a:buNone/>
              <a:defRPr sz="6500">
                <a:solidFill>
                  <a:schemeClr val="lt1"/>
                </a:solidFill>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ext Only No Grid or Swoosh" type="objTx">
  <p:cSld name="OBJECT_WITH_CAPTION_TEXT">
    <p:spTree>
      <p:nvGrpSpPr>
        <p:cNvPr id="1" name="Shape 66"/>
        <p:cNvGrpSpPr/>
        <p:nvPr/>
      </p:nvGrpSpPr>
      <p:grpSpPr>
        <a:xfrm>
          <a:off x="0" y="0"/>
          <a:ext cx="0" cy="0"/>
          <a:chOff x="0" y="0"/>
          <a:chExt cx="0" cy="0"/>
        </a:xfrm>
      </p:grpSpPr>
      <p:sp>
        <p:nvSpPr>
          <p:cNvPr id="67" name="Google Shape;67;p14"/>
          <p:cNvSpPr/>
          <p:nvPr/>
        </p:nvSpPr>
        <p:spPr>
          <a:xfrm>
            <a:off x="15521394" y="8961796"/>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2">
              <a:alphaModFix/>
            </a:blip>
            <a:stretch>
              <a:fillRect l="-29" r="-1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 name="Google Shape;68;p14"/>
          <p:cNvSpPr txBox="1">
            <a:spLocks noGrp="1"/>
          </p:cNvSpPr>
          <p:nvPr>
            <p:ph type="body" idx="1"/>
          </p:nvPr>
        </p:nvSpPr>
        <p:spPr>
          <a:xfrm>
            <a:off x="2315300" y="2512225"/>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ext Only No Grid or Swoosh 2">
  <p:cSld name="OBJECT_WITH_CAPTION_TEXT_1">
    <p:spTree>
      <p:nvGrpSpPr>
        <p:cNvPr id="1" name="Shape 69"/>
        <p:cNvGrpSpPr/>
        <p:nvPr/>
      </p:nvGrpSpPr>
      <p:grpSpPr>
        <a:xfrm>
          <a:off x="0" y="0"/>
          <a:ext cx="0" cy="0"/>
          <a:chOff x="0" y="0"/>
          <a:chExt cx="0" cy="0"/>
        </a:xfrm>
      </p:grpSpPr>
      <p:sp>
        <p:nvSpPr>
          <p:cNvPr id="70" name="Google Shape;70;p15"/>
          <p:cNvSpPr/>
          <p:nvPr/>
        </p:nvSpPr>
        <p:spPr>
          <a:xfrm>
            <a:off x="-6" y="-4"/>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2">
              <a:alphaModFix/>
            </a:blip>
            <a:stretch>
              <a:fillRect l="-29" r="-1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 name="Google Shape;71;p15"/>
          <p:cNvSpPr txBox="1">
            <a:spLocks noGrp="1"/>
          </p:cNvSpPr>
          <p:nvPr>
            <p:ph type="body" idx="1"/>
          </p:nvPr>
        </p:nvSpPr>
        <p:spPr>
          <a:xfrm>
            <a:off x="2315300" y="2512225"/>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losing Slide Basic" type="picTx">
  <p:cSld name="PICTURE_WITH_CAPTION_TEXT">
    <p:spTree>
      <p:nvGrpSpPr>
        <p:cNvPr id="1" name="Shape 72"/>
        <p:cNvGrpSpPr/>
        <p:nvPr/>
      </p:nvGrpSpPr>
      <p:grpSpPr>
        <a:xfrm>
          <a:off x="0" y="0"/>
          <a:ext cx="0" cy="0"/>
          <a:chOff x="0" y="0"/>
          <a:chExt cx="0" cy="0"/>
        </a:xfrm>
      </p:grpSpPr>
      <p:sp>
        <p:nvSpPr>
          <p:cNvPr id="73" name="Google Shape;73;p16"/>
          <p:cNvSpPr/>
          <p:nvPr/>
        </p:nvSpPr>
        <p:spPr>
          <a:xfrm>
            <a:off x="15732998" y="-2746063"/>
            <a:ext cx="7799215" cy="7708224"/>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2">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4" name="Google Shape;74;p16"/>
          <p:cNvSpPr/>
          <p:nvPr/>
        </p:nvSpPr>
        <p:spPr>
          <a:xfrm>
            <a:off x="0" y="0"/>
            <a:ext cx="4569195" cy="2216088"/>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5" name="Google Shape;75;p16"/>
          <p:cNvSpPr txBox="1">
            <a:spLocks noGrp="1"/>
          </p:cNvSpPr>
          <p:nvPr>
            <p:ph type="title"/>
          </p:nvPr>
        </p:nvSpPr>
        <p:spPr>
          <a:xfrm>
            <a:off x="707250" y="3477312"/>
            <a:ext cx="16873500" cy="22305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rgbClr val="12312B"/>
              </a:buClr>
              <a:buSzPts val="10000"/>
              <a:buFont typeface="Anton"/>
              <a:buNone/>
              <a:defRPr sz="10000" i="0" u="none" strike="noStrike" cap="none">
                <a:solidFill>
                  <a:srgbClr val="12312B"/>
                </a:solidFill>
                <a:latin typeface="Anton"/>
                <a:ea typeface="Anton"/>
                <a:cs typeface="Anton"/>
                <a:sym typeface="Anton"/>
              </a:defRPr>
            </a:lvl1pPr>
            <a:lvl2pPr lvl="1" rtl="0">
              <a:spcBef>
                <a:spcPts val="0"/>
              </a:spcBef>
              <a:spcAft>
                <a:spcPts val="0"/>
              </a:spcAft>
              <a:buSzPts val="7200"/>
              <a:buNone/>
              <a:defRPr sz="7200"/>
            </a:lvl2pPr>
            <a:lvl3pPr lvl="2" rtl="0">
              <a:spcBef>
                <a:spcPts val="0"/>
              </a:spcBef>
              <a:spcAft>
                <a:spcPts val="0"/>
              </a:spcAft>
              <a:buSzPts val="7200"/>
              <a:buNone/>
              <a:defRPr sz="7200"/>
            </a:lvl3pPr>
            <a:lvl4pPr lvl="3" rtl="0">
              <a:spcBef>
                <a:spcPts val="0"/>
              </a:spcBef>
              <a:spcAft>
                <a:spcPts val="0"/>
              </a:spcAft>
              <a:buSzPts val="7200"/>
              <a:buNone/>
              <a:defRPr sz="7200"/>
            </a:lvl4pPr>
            <a:lvl5pPr lvl="4" rtl="0">
              <a:spcBef>
                <a:spcPts val="0"/>
              </a:spcBef>
              <a:spcAft>
                <a:spcPts val="0"/>
              </a:spcAft>
              <a:buSzPts val="7200"/>
              <a:buNone/>
              <a:defRPr sz="7200"/>
            </a:lvl5pPr>
            <a:lvl6pPr lvl="5" rtl="0">
              <a:spcBef>
                <a:spcPts val="0"/>
              </a:spcBef>
              <a:spcAft>
                <a:spcPts val="0"/>
              </a:spcAft>
              <a:buSzPts val="7200"/>
              <a:buNone/>
              <a:defRPr sz="7200"/>
            </a:lvl6pPr>
            <a:lvl7pPr lvl="6" rtl="0">
              <a:spcBef>
                <a:spcPts val="0"/>
              </a:spcBef>
              <a:spcAft>
                <a:spcPts val="0"/>
              </a:spcAft>
              <a:buSzPts val="7200"/>
              <a:buNone/>
              <a:defRPr sz="7200"/>
            </a:lvl7pPr>
            <a:lvl8pPr lvl="7" rtl="0">
              <a:spcBef>
                <a:spcPts val="0"/>
              </a:spcBef>
              <a:spcAft>
                <a:spcPts val="0"/>
              </a:spcAft>
              <a:buSzPts val="7200"/>
              <a:buNone/>
              <a:defRPr sz="7200"/>
            </a:lvl8pPr>
            <a:lvl9pPr lvl="8" rtl="0">
              <a:spcBef>
                <a:spcPts val="0"/>
              </a:spcBef>
              <a:spcAft>
                <a:spcPts val="0"/>
              </a:spcAft>
              <a:buSzPts val="7200"/>
              <a:buNone/>
              <a:defRPr sz="7200"/>
            </a:lvl9pPr>
          </a:lstStyle>
          <a:p>
            <a:endParaRPr/>
          </a:p>
        </p:txBody>
      </p:sp>
      <p:sp>
        <p:nvSpPr>
          <p:cNvPr id="76" name="Google Shape;76;p16"/>
          <p:cNvSpPr/>
          <p:nvPr/>
        </p:nvSpPr>
        <p:spPr>
          <a:xfrm>
            <a:off x="16427016" y="-1371071"/>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 name="Google Shape;77;p16"/>
          <p:cNvSpPr txBox="1">
            <a:spLocks noGrp="1"/>
          </p:cNvSpPr>
          <p:nvPr>
            <p:ph type="body" idx="1"/>
          </p:nvPr>
        </p:nvSpPr>
        <p:spPr>
          <a:xfrm>
            <a:off x="923250" y="5505050"/>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Dark Closing Slide with QR Code" type="vertTx">
  <p:cSld name="VERTICAL_TEXT">
    <p:bg>
      <p:bgPr>
        <a:solidFill>
          <a:srgbClr val="12312B"/>
        </a:solidFill>
        <a:effectLst/>
      </p:bgPr>
    </p:bg>
    <p:spTree>
      <p:nvGrpSpPr>
        <p:cNvPr id="1" name="Shape 78"/>
        <p:cNvGrpSpPr/>
        <p:nvPr/>
      </p:nvGrpSpPr>
      <p:grpSpPr>
        <a:xfrm>
          <a:off x="0" y="0"/>
          <a:ext cx="0" cy="0"/>
          <a:chOff x="0" y="0"/>
          <a:chExt cx="0" cy="0"/>
        </a:xfrm>
      </p:grpSpPr>
      <p:sp>
        <p:nvSpPr>
          <p:cNvPr id="79" name="Google Shape;79;p17"/>
          <p:cNvSpPr/>
          <p:nvPr/>
        </p:nvSpPr>
        <p:spPr>
          <a:xfrm>
            <a:off x="13521076" y="7176298"/>
            <a:ext cx="2321248" cy="2288618"/>
          </a:xfrm>
          <a:custGeom>
            <a:avLst/>
            <a:gdLst/>
            <a:ahLst/>
            <a:cxnLst/>
            <a:rect l="l" t="t" r="r" b="b"/>
            <a:pathLst>
              <a:path w="2149304" h="2080562" extrusionOk="0">
                <a:moveTo>
                  <a:pt x="0" y="0"/>
                </a:moveTo>
                <a:lnTo>
                  <a:pt x="2149304" y="0"/>
                </a:lnTo>
                <a:lnTo>
                  <a:pt x="2149304" y="2080561"/>
                </a:lnTo>
                <a:lnTo>
                  <a:pt x="0" y="2080561"/>
                </a:lnTo>
                <a:lnTo>
                  <a:pt x="0" y="0"/>
                </a:lnTo>
                <a:close/>
              </a:path>
            </a:pathLst>
          </a:custGeom>
          <a:blipFill rotWithShape="1">
            <a:blip r:embed="rId2">
              <a:alphaModFix/>
            </a:blip>
            <a:stretch>
              <a:fillRect l="-110437"/>
            </a:stretch>
          </a:blipFill>
          <a:ln>
            <a:noFill/>
          </a:ln>
        </p:spPr>
        <p:txBody>
          <a:bodyPr/>
          <a:lstStyle/>
          <a:p>
            <a:endParaRPr lang="en-US"/>
          </a:p>
        </p:txBody>
      </p:sp>
      <p:sp>
        <p:nvSpPr>
          <p:cNvPr id="80" name="Google Shape;80;p17"/>
          <p:cNvSpPr txBox="1"/>
          <p:nvPr/>
        </p:nvSpPr>
        <p:spPr>
          <a:xfrm>
            <a:off x="14135399" y="7770952"/>
            <a:ext cx="1092600" cy="577500"/>
          </a:xfrm>
          <a:prstGeom prst="rect">
            <a:avLst/>
          </a:prstGeom>
          <a:noFill/>
          <a:ln>
            <a:noFill/>
          </a:ln>
        </p:spPr>
        <p:txBody>
          <a:bodyPr spcFirstLastPara="1" wrap="square" lIns="0" tIns="0" rIns="0" bIns="0" anchor="t" anchorCtr="0">
            <a:spAutoFit/>
          </a:bodyPr>
          <a:lstStyle/>
          <a:p>
            <a:pPr marL="0" marR="0" lvl="0" indent="0" algn="l" rtl="0">
              <a:lnSpc>
                <a:spcPct val="119020"/>
              </a:lnSpc>
              <a:spcBef>
                <a:spcPts val="0"/>
              </a:spcBef>
              <a:spcAft>
                <a:spcPts val="0"/>
              </a:spcAft>
              <a:buNone/>
            </a:pPr>
            <a:r>
              <a:rPr lang="en-US" sz="1712" i="0" u="none" strike="noStrike" cap="none">
                <a:solidFill>
                  <a:schemeClr val="lt1"/>
                </a:solidFill>
                <a:latin typeface="Archivo"/>
                <a:ea typeface="Archivo"/>
                <a:cs typeface="Archivo"/>
                <a:sym typeface="Archivo"/>
              </a:rPr>
              <a:t>*Place QR code here</a:t>
            </a:r>
            <a:endParaRPr sz="500">
              <a:solidFill>
                <a:schemeClr val="lt1"/>
              </a:solidFill>
              <a:latin typeface="Archivo"/>
              <a:ea typeface="Archivo"/>
              <a:cs typeface="Archivo"/>
              <a:sym typeface="Archivo"/>
            </a:endParaRPr>
          </a:p>
        </p:txBody>
      </p:sp>
      <p:sp>
        <p:nvSpPr>
          <p:cNvPr id="81" name="Google Shape;81;p17"/>
          <p:cNvSpPr txBox="1"/>
          <p:nvPr/>
        </p:nvSpPr>
        <p:spPr>
          <a:xfrm>
            <a:off x="11261023" y="7176300"/>
            <a:ext cx="1962300" cy="673800"/>
          </a:xfrm>
          <a:prstGeom prst="rect">
            <a:avLst/>
          </a:prstGeom>
          <a:noFill/>
          <a:ln>
            <a:noFill/>
          </a:ln>
        </p:spPr>
        <p:txBody>
          <a:bodyPr spcFirstLastPara="1" wrap="square" lIns="0" tIns="0" rIns="0" bIns="0" anchor="t" anchorCtr="0">
            <a:noAutofit/>
          </a:bodyPr>
          <a:lstStyle/>
          <a:p>
            <a:pPr marL="0" marR="0" lvl="0" indent="0" algn="ctr" rtl="0">
              <a:lnSpc>
                <a:spcPct val="140004"/>
              </a:lnSpc>
              <a:spcBef>
                <a:spcPts val="0"/>
              </a:spcBef>
              <a:spcAft>
                <a:spcPts val="0"/>
              </a:spcAft>
              <a:buNone/>
            </a:pPr>
            <a:r>
              <a:rPr lang="en-US" sz="4377" b="1" i="0" u="none" strike="noStrike" cap="none">
                <a:solidFill>
                  <a:schemeClr val="lt1"/>
                </a:solidFill>
                <a:latin typeface="Archivo"/>
                <a:ea typeface="Archivo"/>
                <a:cs typeface="Archivo"/>
                <a:sym typeface="Archivo"/>
              </a:rPr>
              <a:t>SCAN</a:t>
            </a:r>
            <a:endParaRPr b="1">
              <a:solidFill>
                <a:schemeClr val="lt1"/>
              </a:solidFill>
              <a:latin typeface="Archivo"/>
              <a:ea typeface="Archivo"/>
              <a:cs typeface="Archivo"/>
              <a:sym typeface="Archivo"/>
            </a:endParaRPr>
          </a:p>
        </p:txBody>
      </p:sp>
      <p:sp>
        <p:nvSpPr>
          <p:cNvPr id="82" name="Google Shape;82;p17"/>
          <p:cNvSpPr txBox="1"/>
          <p:nvPr/>
        </p:nvSpPr>
        <p:spPr>
          <a:xfrm>
            <a:off x="10963263" y="7850100"/>
            <a:ext cx="2557800" cy="2566200"/>
          </a:xfrm>
          <a:prstGeom prst="rect">
            <a:avLst/>
          </a:prstGeom>
          <a:noFill/>
          <a:ln>
            <a:noFill/>
          </a:ln>
        </p:spPr>
        <p:txBody>
          <a:bodyPr spcFirstLastPara="1" wrap="square" lIns="0" tIns="0" rIns="0" bIns="0" anchor="t" anchorCtr="0">
            <a:noAutofit/>
          </a:bodyPr>
          <a:lstStyle/>
          <a:p>
            <a:pPr marL="0" marR="0" lvl="0" indent="0" algn="ctr" rtl="0">
              <a:lnSpc>
                <a:spcPct val="140007"/>
              </a:lnSpc>
              <a:spcBef>
                <a:spcPts val="0"/>
              </a:spcBef>
              <a:spcAft>
                <a:spcPts val="0"/>
              </a:spcAft>
              <a:buNone/>
            </a:pPr>
            <a:r>
              <a:rPr lang="en-US" sz="12072" i="0" u="none" strike="noStrike" cap="none">
                <a:solidFill>
                  <a:srgbClr val="A5D75F"/>
                </a:solidFill>
                <a:latin typeface="Anton"/>
                <a:ea typeface="Anton"/>
                <a:cs typeface="Anton"/>
                <a:sym typeface="Anton"/>
              </a:rPr>
              <a:t>ME</a:t>
            </a:r>
            <a:endParaRPr sz="100">
              <a:solidFill>
                <a:srgbClr val="A5D75F"/>
              </a:solidFill>
              <a:latin typeface="Anton"/>
              <a:ea typeface="Anton"/>
              <a:cs typeface="Anton"/>
              <a:sym typeface="Anton"/>
            </a:endParaRPr>
          </a:p>
        </p:txBody>
      </p:sp>
      <p:sp>
        <p:nvSpPr>
          <p:cNvPr id="83" name="Google Shape;83;p17"/>
          <p:cNvSpPr/>
          <p:nvPr/>
        </p:nvSpPr>
        <p:spPr>
          <a:xfrm>
            <a:off x="0" y="0"/>
            <a:ext cx="4571816" cy="2289290"/>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4" name="Google Shape;84;p17"/>
          <p:cNvSpPr txBox="1">
            <a:spLocks noGrp="1"/>
          </p:cNvSpPr>
          <p:nvPr>
            <p:ph type="title"/>
          </p:nvPr>
        </p:nvSpPr>
        <p:spPr>
          <a:xfrm>
            <a:off x="707250" y="3477312"/>
            <a:ext cx="16873500" cy="22305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lt1"/>
              </a:buClr>
              <a:buSzPts val="10000"/>
              <a:buFont typeface="Anton"/>
              <a:buNone/>
              <a:defRPr sz="10000" i="0" u="none" strike="noStrike" cap="none">
                <a:solidFill>
                  <a:schemeClr val="lt1"/>
                </a:solidFill>
                <a:latin typeface="Anton"/>
                <a:ea typeface="Anton"/>
                <a:cs typeface="Anton"/>
                <a:sym typeface="Anton"/>
              </a:defRPr>
            </a:lvl1pPr>
            <a:lvl2pPr lvl="1" rtl="0">
              <a:spcBef>
                <a:spcPts val="0"/>
              </a:spcBef>
              <a:spcAft>
                <a:spcPts val="0"/>
              </a:spcAft>
              <a:buClr>
                <a:schemeClr val="lt1"/>
              </a:buClr>
              <a:buSzPts val="7200"/>
              <a:buNone/>
              <a:defRPr sz="7200">
                <a:solidFill>
                  <a:schemeClr val="lt1"/>
                </a:solidFill>
              </a:defRPr>
            </a:lvl2pPr>
            <a:lvl3pPr lvl="2" rtl="0">
              <a:spcBef>
                <a:spcPts val="0"/>
              </a:spcBef>
              <a:spcAft>
                <a:spcPts val="0"/>
              </a:spcAft>
              <a:buClr>
                <a:schemeClr val="lt1"/>
              </a:buClr>
              <a:buSzPts val="7200"/>
              <a:buNone/>
              <a:defRPr sz="7200">
                <a:solidFill>
                  <a:schemeClr val="lt1"/>
                </a:solidFill>
              </a:defRPr>
            </a:lvl3pPr>
            <a:lvl4pPr lvl="3" rtl="0">
              <a:spcBef>
                <a:spcPts val="0"/>
              </a:spcBef>
              <a:spcAft>
                <a:spcPts val="0"/>
              </a:spcAft>
              <a:buClr>
                <a:schemeClr val="lt1"/>
              </a:buClr>
              <a:buSzPts val="7200"/>
              <a:buNone/>
              <a:defRPr sz="7200">
                <a:solidFill>
                  <a:schemeClr val="lt1"/>
                </a:solidFill>
              </a:defRPr>
            </a:lvl4pPr>
            <a:lvl5pPr lvl="4" rtl="0">
              <a:spcBef>
                <a:spcPts val="0"/>
              </a:spcBef>
              <a:spcAft>
                <a:spcPts val="0"/>
              </a:spcAft>
              <a:buClr>
                <a:schemeClr val="lt1"/>
              </a:buClr>
              <a:buSzPts val="7200"/>
              <a:buNone/>
              <a:defRPr sz="7200">
                <a:solidFill>
                  <a:schemeClr val="lt1"/>
                </a:solidFill>
              </a:defRPr>
            </a:lvl5pPr>
            <a:lvl6pPr lvl="5" rtl="0">
              <a:spcBef>
                <a:spcPts val="0"/>
              </a:spcBef>
              <a:spcAft>
                <a:spcPts val="0"/>
              </a:spcAft>
              <a:buClr>
                <a:schemeClr val="lt1"/>
              </a:buClr>
              <a:buSzPts val="7200"/>
              <a:buNone/>
              <a:defRPr sz="7200">
                <a:solidFill>
                  <a:schemeClr val="lt1"/>
                </a:solidFill>
              </a:defRPr>
            </a:lvl6pPr>
            <a:lvl7pPr lvl="6" rtl="0">
              <a:spcBef>
                <a:spcPts val="0"/>
              </a:spcBef>
              <a:spcAft>
                <a:spcPts val="0"/>
              </a:spcAft>
              <a:buClr>
                <a:schemeClr val="lt1"/>
              </a:buClr>
              <a:buSzPts val="7200"/>
              <a:buNone/>
              <a:defRPr sz="7200">
                <a:solidFill>
                  <a:schemeClr val="lt1"/>
                </a:solidFill>
              </a:defRPr>
            </a:lvl7pPr>
            <a:lvl8pPr lvl="7" rtl="0">
              <a:spcBef>
                <a:spcPts val="0"/>
              </a:spcBef>
              <a:spcAft>
                <a:spcPts val="0"/>
              </a:spcAft>
              <a:buClr>
                <a:schemeClr val="lt1"/>
              </a:buClr>
              <a:buSzPts val="7200"/>
              <a:buNone/>
              <a:defRPr sz="7200">
                <a:solidFill>
                  <a:schemeClr val="lt1"/>
                </a:solidFill>
              </a:defRPr>
            </a:lvl8pPr>
            <a:lvl9pPr lvl="8" rtl="0">
              <a:spcBef>
                <a:spcPts val="0"/>
              </a:spcBef>
              <a:spcAft>
                <a:spcPts val="0"/>
              </a:spcAft>
              <a:buClr>
                <a:schemeClr val="lt1"/>
              </a:buClr>
              <a:buSzPts val="7200"/>
              <a:buNone/>
              <a:defRPr sz="7200">
                <a:solidFill>
                  <a:schemeClr val="lt1"/>
                </a:solidFill>
              </a:defRPr>
            </a:lvl9pPr>
          </a:lstStyle>
          <a:p>
            <a:endParaRPr/>
          </a:p>
        </p:txBody>
      </p:sp>
      <p:sp>
        <p:nvSpPr>
          <p:cNvPr id="85" name="Google Shape;85;p17"/>
          <p:cNvSpPr/>
          <p:nvPr/>
        </p:nvSpPr>
        <p:spPr>
          <a:xfrm>
            <a:off x="16427016" y="-1371071"/>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6" name="Google Shape;86;p17"/>
          <p:cNvSpPr txBox="1">
            <a:spLocks noGrp="1"/>
          </p:cNvSpPr>
          <p:nvPr>
            <p:ph type="body" idx="1"/>
          </p:nvPr>
        </p:nvSpPr>
        <p:spPr>
          <a:xfrm>
            <a:off x="923275" y="5265050"/>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A5D75F"/>
              </a:buClr>
              <a:buSzPts val="5500"/>
              <a:buFont typeface="Archivo"/>
              <a:buChar char="●"/>
              <a:defRPr sz="5500" b="1" i="0" u="none" strike="noStrike" cap="none">
                <a:solidFill>
                  <a:srgbClr val="A5D75F"/>
                </a:solidFill>
                <a:latin typeface="Archivo"/>
                <a:ea typeface="Archivo"/>
                <a:cs typeface="Archivo"/>
                <a:sym typeface="Archivo"/>
              </a:defRPr>
            </a:lvl1pPr>
            <a:lvl2pPr marL="914400" marR="0" lvl="1" indent="-533400" algn="l" rtl="0">
              <a:spcBef>
                <a:spcPts val="560"/>
              </a:spcBef>
              <a:spcAft>
                <a:spcPts val="0"/>
              </a:spcAft>
              <a:buClr>
                <a:schemeClr val="lt1"/>
              </a:buClr>
              <a:buSzPts val="4800"/>
              <a:buFont typeface="Archivo SemiBold"/>
              <a:buChar char="○"/>
              <a:defRPr sz="4800" i="0" u="none" strike="noStrike" cap="none">
                <a:solidFill>
                  <a:schemeClr val="lt1"/>
                </a:solidFill>
                <a:latin typeface="Archivo SemiBold"/>
                <a:ea typeface="Archivo SemiBold"/>
                <a:cs typeface="Archivo SemiBold"/>
                <a:sym typeface="Archivo SemiBold"/>
              </a:defRPr>
            </a:lvl2pPr>
            <a:lvl3pPr marL="1371600" marR="0" lvl="2" indent="-438150" algn="l" rtl="0">
              <a:spcBef>
                <a:spcPts val="480"/>
              </a:spcBef>
              <a:spcAft>
                <a:spcPts val="0"/>
              </a:spcAft>
              <a:buClr>
                <a:srgbClr val="A5D75F"/>
              </a:buClr>
              <a:buSzPts val="3300"/>
              <a:buFont typeface="Archivo Medium"/>
              <a:buChar char="■"/>
              <a:defRPr sz="3300" i="0" u="none" strike="noStrike" cap="none">
                <a:solidFill>
                  <a:srgbClr val="A5D75F"/>
                </a:solidFill>
                <a:latin typeface="Archivo Medium"/>
                <a:ea typeface="Archivo Medium"/>
                <a:cs typeface="Archivo Medium"/>
                <a:sym typeface="Archivo Medium"/>
              </a:defRPr>
            </a:lvl3pPr>
            <a:lvl4pPr marL="1828800" marR="0" lvl="3" indent="-381000" algn="l" rtl="0">
              <a:spcBef>
                <a:spcPts val="400"/>
              </a:spcBef>
              <a:spcAft>
                <a:spcPts val="0"/>
              </a:spcAft>
              <a:buClr>
                <a:schemeClr val="lt1"/>
              </a:buClr>
              <a:buSzPts val="2400"/>
              <a:buFont typeface="Archivo"/>
              <a:buChar char="●"/>
              <a:defRPr sz="2400" b="1" i="0" u="none" strike="noStrike" cap="none">
                <a:solidFill>
                  <a:schemeClr val="lt1"/>
                </a:solidFill>
                <a:latin typeface="Archivo"/>
                <a:ea typeface="Archivo"/>
                <a:cs typeface="Archivo"/>
                <a:sym typeface="Archivo"/>
              </a:defRPr>
            </a:lvl4pPr>
            <a:lvl5pPr marL="2286000" marR="0" lvl="4" indent="-361950" algn="l" rtl="0">
              <a:spcBef>
                <a:spcPts val="400"/>
              </a:spcBef>
              <a:spcAft>
                <a:spcPts val="0"/>
              </a:spcAft>
              <a:buClr>
                <a:srgbClr val="A5D75F"/>
              </a:buClr>
              <a:buSzPts val="2100"/>
              <a:buFont typeface="Archivo SemiBold"/>
              <a:buChar char="○"/>
              <a:defRPr sz="2100" i="0" u="none" strike="noStrike" cap="none">
                <a:solidFill>
                  <a:srgbClr val="A5D75F"/>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lt1"/>
              </a:buClr>
              <a:buSzPts val="1800"/>
              <a:buFont typeface="Archivo Medium"/>
              <a:buChar char="■"/>
              <a:defRPr sz="1800" i="0" u="none" strike="noStrike" cap="none">
                <a:solidFill>
                  <a:schemeClr val="lt1"/>
                </a:solidFill>
                <a:latin typeface="Archivo Medium"/>
                <a:ea typeface="Archivo Medium"/>
                <a:cs typeface="Archivo Medium"/>
                <a:sym typeface="Archivo Medium"/>
              </a:defRPr>
            </a:lvl6pPr>
            <a:lvl7pPr marL="3200400" marR="0" lvl="6" indent="-317500" algn="l" rtl="0">
              <a:spcBef>
                <a:spcPts val="400"/>
              </a:spcBef>
              <a:spcAft>
                <a:spcPts val="0"/>
              </a:spcAft>
              <a:buClr>
                <a:schemeClr val="lt1"/>
              </a:buClr>
              <a:buSzPts val="1400"/>
              <a:buFont typeface="Archivo"/>
              <a:buChar char="●"/>
              <a:defRPr i="0" u="none" strike="noStrike" cap="none">
                <a:solidFill>
                  <a:schemeClr val="lt1"/>
                </a:solidFill>
                <a:latin typeface="Archivo"/>
                <a:ea typeface="Archivo"/>
                <a:cs typeface="Archivo"/>
                <a:sym typeface="Archivo"/>
              </a:defRPr>
            </a:lvl7pPr>
            <a:lvl8pPr marL="3657600" marR="0" lvl="7" indent="-304800" algn="l" rtl="0">
              <a:spcBef>
                <a:spcPts val="400"/>
              </a:spcBef>
              <a:spcAft>
                <a:spcPts val="0"/>
              </a:spcAft>
              <a:buClr>
                <a:schemeClr val="lt1"/>
              </a:buClr>
              <a:buSzPts val="1200"/>
              <a:buFont typeface="Archivo"/>
              <a:buChar char="○"/>
              <a:defRPr sz="1200" i="0" u="none" strike="noStrike" cap="none">
                <a:solidFill>
                  <a:schemeClr val="lt1"/>
                </a:solidFill>
                <a:latin typeface="Archivo"/>
                <a:ea typeface="Archivo"/>
                <a:cs typeface="Archivo"/>
                <a:sym typeface="Archivo"/>
              </a:defRPr>
            </a:lvl8pPr>
            <a:lvl9pPr marL="4114800" marR="0" lvl="8" indent="-304800" algn="l" rtl="0">
              <a:spcBef>
                <a:spcPts val="400"/>
              </a:spcBef>
              <a:spcAft>
                <a:spcPts val="0"/>
              </a:spcAft>
              <a:buClr>
                <a:schemeClr val="lt1"/>
              </a:buClr>
              <a:buSzPts val="1200"/>
              <a:buFont typeface="Archivo"/>
              <a:buChar char="■"/>
              <a:defRPr sz="1200" i="0" u="none" strike="noStrike" cap="none">
                <a:solidFill>
                  <a:schemeClr val="lt1"/>
                </a:solidFill>
                <a:latin typeface="Archivo"/>
                <a:ea typeface="Archivo"/>
                <a:cs typeface="Archivo"/>
                <a:sym typeface="Archivo"/>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White Closing Slide with QR Code">
  <p:cSld name="CUSTOM_2">
    <p:spTree>
      <p:nvGrpSpPr>
        <p:cNvPr id="1" name="Shape 87"/>
        <p:cNvGrpSpPr/>
        <p:nvPr/>
      </p:nvGrpSpPr>
      <p:grpSpPr>
        <a:xfrm>
          <a:off x="0" y="0"/>
          <a:ext cx="0" cy="0"/>
          <a:chOff x="0" y="0"/>
          <a:chExt cx="0" cy="0"/>
        </a:xfrm>
      </p:grpSpPr>
      <p:sp>
        <p:nvSpPr>
          <p:cNvPr id="88" name="Google Shape;88;p18"/>
          <p:cNvSpPr txBox="1">
            <a:spLocks noGrp="1"/>
          </p:cNvSpPr>
          <p:nvPr>
            <p:ph type="title"/>
          </p:nvPr>
        </p:nvSpPr>
        <p:spPr>
          <a:xfrm>
            <a:off x="1167150" y="3638559"/>
            <a:ext cx="16873500" cy="2168100"/>
          </a:xfrm>
          <a:prstGeom prst="rect">
            <a:avLst/>
          </a:prstGeom>
        </p:spPr>
        <p:txBody>
          <a:bodyPr spcFirstLastPara="1" wrap="square" lIns="91425" tIns="45700" rIns="91425" bIns="45700" anchor="t" anchorCtr="0">
            <a:normAutofit/>
          </a:bodyPr>
          <a:lstStyle>
            <a:lvl1pPr lvl="0">
              <a:spcBef>
                <a:spcPts val="0"/>
              </a:spcBef>
              <a:spcAft>
                <a:spcPts val="0"/>
              </a:spcAft>
              <a:buSzPts val="10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8"/>
          <p:cNvSpPr txBox="1"/>
          <p:nvPr/>
        </p:nvSpPr>
        <p:spPr>
          <a:xfrm>
            <a:off x="10234395" y="7385400"/>
            <a:ext cx="2747700" cy="2566200"/>
          </a:xfrm>
          <a:prstGeom prst="rect">
            <a:avLst/>
          </a:prstGeom>
          <a:noFill/>
          <a:ln>
            <a:noFill/>
          </a:ln>
        </p:spPr>
        <p:txBody>
          <a:bodyPr spcFirstLastPara="1" wrap="square" lIns="0" tIns="0" rIns="0" bIns="0" anchor="t" anchorCtr="0">
            <a:noAutofit/>
          </a:bodyPr>
          <a:lstStyle/>
          <a:p>
            <a:pPr marL="0" marR="0" lvl="0" indent="0" algn="ctr" rtl="0">
              <a:lnSpc>
                <a:spcPct val="140007"/>
              </a:lnSpc>
              <a:spcBef>
                <a:spcPts val="0"/>
              </a:spcBef>
              <a:spcAft>
                <a:spcPts val="0"/>
              </a:spcAft>
              <a:buNone/>
            </a:pPr>
            <a:r>
              <a:rPr lang="en-US" sz="16672" i="0" u="none" strike="noStrike" cap="none">
                <a:solidFill>
                  <a:srgbClr val="00693D"/>
                </a:solidFill>
                <a:latin typeface="Anton"/>
                <a:ea typeface="Anton"/>
                <a:cs typeface="Anton"/>
                <a:sym typeface="Anton"/>
              </a:rPr>
              <a:t>ME</a:t>
            </a:r>
            <a:endParaRPr>
              <a:latin typeface="Anton"/>
              <a:ea typeface="Anton"/>
              <a:cs typeface="Anton"/>
              <a:sym typeface="Anton"/>
            </a:endParaRPr>
          </a:p>
        </p:txBody>
      </p:sp>
      <p:sp>
        <p:nvSpPr>
          <p:cNvPr id="90" name="Google Shape;90;p18"/>
          <p:cNvSpPr/>
          <p:nvPr/>
        </p:nvSpPr>
        <p:spPr>
          <a:xfrm>
            <a:off x="0" y="0"/>
            <a:ext cx="5729398" cy="2744382"/>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2">
              <a:alphaModFix/>
            </a:blip>
            <a:stretch>
              <a:fillRect/>
            </a:stretch>
          </a:blipFill>
          <a:ln>
            <a:noFill/>
          </a:ln>
        </p:spPr>
        <p:txBody>
          <a:bodyPr/>
          <a:lstStyle/>
          <a:p>
            <a:endParaRPr lang="en-US"/>
          </a:p>
        </p:txBody>
      </p:sp>
      <p:sp>
        <p:nvSpPr>
          <p:cNvPr id="91" name="Google Shape;91;p18"/>
          <p:cNvSpPr/>
          <p:nvPr/>
        </p:nvSpPr>
        <p:spPr>
          <a:xfrm>
            <a:off x="0" y="0"/>
            <a:ext cx="5729398" cy="2744382"/>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a:lstStyle/>
          <a:p>
            <a:endParaRPr lang="en-US"/>
          </a:p>
        </p:txBody>
      </p:sp>
      <p:sp>
        <p:nvSpPr>
          <p:cNvPr id="92" name="Google Shape;92;p18"/>
          <p:cNvSpPr/>
          <p:nvPr/>
        </p:nvSpPr>
        <p:spPr>
          <a:xfrm>
            <a:off x="13365453" y="6940123"/>
            <a:ext cx="2745736" cy="2455063"/>
          </a:xfrm>
          <a:custGeom>
            <a:avLst/>
            <a:gdLst/>
            <a:ahLst/>
            <a:cxnLst/>
            <a:rect l="l" t="t" r="r" b="b"/>
            <a:pathLst>
              <a:path w="2149304" h="2080562" extrusionOk="0">
                <a:moveTo>
                  <a:pt x="0" y="0"/>
                </a:moveTo>
                <a:lnTo>
                  <a:pt x="2149304" y="0"/>
                </a:lnTo>
                <a:lnTo>
                  <a:pt x="2149304" y="2080561"/>
                </a:lnTo>
                <a:lnTo>
                  <a:pt x="0" y="2080561"/>
                </a:lnTo>
                <a:lnTo>
                  <a:pt x="0" y="0"/>
                </a:lnTo>
                <a:close/>
              </a:path>
            </a:pathLst>
          </a:custGeom>
          <a:blipFill rotWithShape="1">
            <a:blip r:embed="rId4">
              <a:alphaModFix/>
            </a:blip>
            <a:stretch>
              <a:fillRect l="-110437"/>
            </a:stretch>
          </a:blipFill>
          <a:ln>
            <a:noFill/>
          </a:ln>
        </p:spPr>
        <p:txBody>
          <a:bodyPr/>
          <a:lstStyle/>
          <a:p>
            <a:endParaRPr lang="en-US"/>
          </a:p>
        </p:txBody>
      </p:sp>
      <p:sp>
        <p:nvSpPr>
          <p:cNvPr id="93" name="Google Shape;93;p18"/>
          <p:cNvSpPr txBox="1"/>
          <p:nvPr/>
        </p:nvSpPr>
        <p:spPr>
          <a:xfrm>
            <a:off x="13958799" y="7667150"/>
            <a:ext cx="1116900" cy="680700"/>
          </a:xfrm>
          <a:prstGeom prst="rect">
            <a:avLst/>
          </a:prstGeom>
          <a:noFill/>
          <a:ln>
            <a:noFill/>
          </a:ln>
        </p:spPr>
        <p:txBody>
          <a:bodyPr spcFirstLastPara="1" wrap="square" lIns="0" tIns="0" rIns="0" bIns="0" anchor="t" anchorCtr="0">
            <a:spAutoFit/>
          </a:bodyPr>
          <a:lstStyle/>
          <a:p>
            <a:pPr marL="0" marR="0" lvl="0" indent="0" algn="l" rtl="0">
              <a:lnSpc>
                <a:spcPct val="119020"/>
              </a:lnSpc>
              <a:spcBef>
                <a:spcPts val="0"/>
              </a:spcBef>
              <a:spcAft>
                <a:spcPts val="0"/>
              </a:spcAft>
              <a:buNone/>
            </a:pPr>
            <a:r>
              <a:rPr lang="en-US" sz="2613" b="0" i="0" u="none" strike="noStrike" cap="none">
                <a:solidFill>
                  <a:srgbClr val="12312B"/>
                </a:solidFill>
                <a:latin typeface="Arial"/>
                <a:ea typeface="Arial"/>
                <a:cs typeface="Arial"/>
                <a:sym typeface="Arial"/>
              </a:rPr>
              <a:t>*</a:t>
            </a:r>
            <a:r>
              <a:rPr lang="en-US" sz="1313" i="0" u="none" strike="noStrike" cap="none">
                <a:solidFill>
                  <a:srgbClr val="12312B"/>
                </a:solidFill>
                <a:latin typeface="Archivo"/>
                <a:ea typeface="Archivo"/>
                <a:cs typeface="Archivo"/>
                <a:sym typeface="Archivo"/>
              </a:rPr>
              <a:t>Place QR code here</a:t>
            </a:r>
            <a:endParaRPr sz="100">
              <a:latin typeface="Archivo"/>
              <a:ea typeface="Archivo"/>
              <a:cs typeface="Archivo"/>
              <a:sym typeface="Archivo"/>
            </a:endParaRPr>
          </a:p>
        </p:txBody>
      </p:sp>
      <p:sp>
        <p:nvSpPr>
          <p:cNvPr id="94" name="Google Shape;94;p18"/>
          <p:cNvSpPr txBox="1"/>
          <p:nvPr/>
        </p:nvSpPr>
        <p:spPr>
          <a:xfrm>
            <a:off x="10421896" y="6700850"/>
            <a:ext cx="2372700" cy="966300"/>
          </a:xfrm>
          <a:prstGeom prst="rect">
            <a:avLst/>
          </a:prstGeom>
          <a:noFill/>
          <a:ln>
            <a:noFill/>
          </a:ln>
        </p:spPr>
        <p:txBody>
          <a:bodyPr spcFirstLastPara="1" wrap="square" lIns="0" tIns="0" rIns="0" bIns="0" anchor="t" anchorCtr="0">
            <a:spAutoFit/>
          </a:bodyPr>
          <a:lstStyle/>
          <a:p>
            <a:pPr marL="0" marR="0" lvl="0" indent="0" algn="ctr" rtl="0">
              <a:lnSpc>
                <a:spcPct val="140004"/>
              </a:lnSpc>
              <a:spcBef>
                <a:spcPts val="0"/>
              </a:spcBef>
              <a:spcAft>
                <a:spcPts val="0"/>
              </a:spcAft>
              <a:buNone/>
            </a:pPr>
            <a:r>
              <a:rPr lang="en-US" sz="6277" i="0" u="none" strike="noStrike" cap="none">
                <a:solidFill>
                  <a:srgbClr val="00693D"/>
                </a:solidFill>
                <a:latin typeface="Archivo ExtraBold"/>
                <a:ea typeface="Archivo ExtraBold"/>
                <a:cs typeface="Archivo ExtraBold"/>
                <a:sym typeface="Archivo ExtraBold"/>
              </a:rPr>
              <a:t>SCAN</a:t>
            </a:r>
            <a:endParaRPr sz="3300">
              <a:latin typeface="Archivo ExtraBold"/>
              <a:ea typeface="Archivo ExtraBold"/>
              <a:cs typeface="Archivo ExtraBold"/>
              <a:sym typeface="Archivo ExtraBold"/>
            </a:endParaRPr>
          </a:p>
        </p:txBody>
      </p:sp>
      <p:sp>
        <p:nvSpPr>
          <p:cNvPr id="95" name="Google Shape;95;p18"/>
          <p:cNvSpPr txBox="1">
            <a:spLocks noGrp="1"/>
          </p:cNvSpPr>
          <p:nvPr>
            <p:ph type="body" idx="1"/>
          </p:nvPr>
        </p:nvSpPr>
        <p:spPr>
          <a:xfrm>
            <a:off x="1285150" y="5212850"/>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Green Logo with Weblink">
  <p:cSld name="CUSTOM_3">
    <p:spTree>
      <p:nvGrpSpPr>
        <p:cNvPr id="1" name="Shape 96"/>
        <p:cNvGrpSpPr/>
        <p:nvPr/>
      </p:nvGrpSpPr>
      <p:grpSpPr>
        <a:xfrm>
          <a:off x="0" y="0"/>
          <a:ext cx="0" cy="0"/>
          <a:chOff x="0" y="0"/>
          <a:chExt cx="0" cy="0"/>
        </a:xfrm>
      </p:grpSpPr>
      <p:sp>
        <p:nvSpPr>
          <p:cNvPr id="97" name="Google Shape;97;p19"/>
          <p:cNvSpPr/>
          <p:nvPr/>
        </p:nvSpPr>
        <p:spPr>
          <a:xfrm>
            <a:off x="3414600" y="1700425"/>
            <a:ext cx="11458796" cy="5289796"/>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2">
              <a:alphaModFix/>
            </a:blip>
            <a:stretch>
              <a:fillRect l="-29" r="-19"/>
            </a:stretch>
          </a:blipFill>
          <a:ln>
            <a:noFill/>
          </a:ln>
        </p:spPr>
        <p:txBody>
          <a:bodyPr/>
          <a:lstStyle/>
          <a:p>
            <a:endParaRPr lang="en-US"/>
          </a:p>
        </p:txBody>
      </p:sp>
      <p:sp>
        <p:nvSpPr>
          <p:cNvPr id="98" name="Google Shape;98;p19"/>
          <p:cNvSpPr txBox="1"/>
          <p:nvPr/>
        </p:nvSpPr>
        <p:spPr>
          <a:xfrm>
            <a:off x="3430950" y="7638575"/>
            <a:ext cx="10950300" cy="798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7100">
                <a:solidFill>
                  <a:srgbClr val="12312B"/>
                </a:solidFill>
                <a:latin typeface="Archivo ExtraBold"/>
                <a:ea typeface="Archivo ExtraBold"/>
                <a:cs typeface="Archivo ExtraBold"/>
                <a:sym typeface="Archivo ExtraBold"/>
              </a:rPr>
              <a:t>libraries.dartmouth.edu</a:t>
            </a:r>
            <a:endParaRPr sz="7100">
              <a:solidFill>
                <a:srgbClr val="12312B"/>
              </a:solidFill>
              <a:latin typeface="Archivo ExtraBold"/>
              <a:ea typeface="Archivo ExtraBold"/>
              <a:cs typeface="Archivo ExtraBold"/>
              <a:sym typeface="Archivo ExtraBo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White Logo with Weblink">
  <p:cSld name="CUSTOM_3_1">
    <p:bg>
      <p:bgPr>
        <a:solidFill>
          <a:srgbClr val="12312B"/>
        </a:solidFill>
        <a:effectLst/>
      </p:bgPr>
    </p:bg>
    <p:spTree>
      <p:nvGrpSpPr>
        <p:cNvPr id="1" name="Shape 99"/>
        <p:cNvGrpSpPr/>
        <p:nvPr/>
      </p:nvGrpSpPr>
      <p:grpSpPr>
        <a:xfrm>
          <a:off x="0" y="0"/>
          <a:ext cx="0" cy="0"/>
          <a:chOff x="0" y="0"/>
          <a:chExt cx="0" cy="0"/>
        </a:xfrm>
      </p:grpSpPr>
      <p:sp>
        <p:nvSpPr>
          <p:cNvPr id="100" name="Google Shape;100;p20"/>
          <p:cNvSpPr txBox="1"/>
          <p:nvPr/>
        </p:nvSpPr>
        <p:spPr>
          <a:xfrm>
            <a:off x="3430950" y="7638575"/>
            <a:ext cx="10950300" cy="798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7100">
                <a:solidFill>
                  <a:srgbClr val="A5D75F"/>
                </a:solidFill>
                <a:latin typeface="Archivo ExtraBold"/>
                <a:ea typeface="Archivo ExtraBold"/>
                <a:cs typeface="Archivo ExtraBold"/>
                <a:sym typeface="Archivo ExtraBold"/>
              </a:rPr>
              <a:t>libraries.dartmouth.edu</a:t>
            </a:r>
            <a:endParaRPr sz="7100">
              <a:solidFill>
                <a:srgbClr val="A5D75F"/>
              </a:solidFill>
              <a:latin typeface="Archivo ExtraBold"/>
              <a:ea typeface="Archivo ExtraBold"/>
              <a:cs typeface="Archivo ExtraBold"/>
              <a:sym typeface="Archivo ExtraBold"/>
            </a:endParaRPr>
          </a:p>
        </p:txBody>
      </p:sp>
      <p:pic>
        <p:nvPicPr>
          <p:cNvPr id="101" name="Google Shape;101;p20"/>
          <p:cNvPicPr preferRelativeResize="0"/>
          <p:nvPr/>
        </p:nvPicPr>
        <p:blipFill>
          <a:blip r:embed="rId2">
            <a:alphaModFix/>
          </a:blip>
          <a:stretch>
            <a:fillRect/>
          </a:stretch>
        </p:blipFill>
        <p:spPr>
          <a:xfrm>
            <a:off x="3177388" y="1678725"/>
            <a:ext cx="11457433" cy="5490401"/>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White Logo with Weblink alternate">
  <p:cSld name="CUSTOM_3_1_1">
    <p:bg>
      <p:bgPr>
        <a:solidFill>
          <a:schemeClr val="dk2"/>
        </a:solidFill>
        <a:effectLst/>
      </p:bgPr>
    </p:bg>
    <p:spTree>
      <p:nvGrpSpPr>
        <p:cNvPr id="1" name="Shape 102"/>
        <p:cNvGrpSpPr/>
        <p:nvPr/>
      </p:nvGrpSpPr>
      <p:grpSpPr>
        <a:xfrm>
          <a:off x="0" y="0"/>
          <a:ext cx="0" cy="0"/>
          <a:chOff x="0" y="0"/>
          <a:chExt cx="0" cy="0"/>
        </a:xfrm>
      </p:grpSpPr>
      <p:sp>
        <p:nvSpPr>
          <p:cNvPr id="103" name="Google Shape;103;p21"/>
          <p:cNvSpPr txBox="1"/>
          <p:nvPr/>
        </p:nvSpPr>
        <p:spPr>
          <a:xfrm>
            <a:off x="3430950" y="7638575"/>
            <a:ext cx="10950300" cy="798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7100">
                <a:solidFill>
                  <a:srgbClr val="A5D75F"/>
                </a:solidFill>
                <a:latin typeface="Archivo ExtraBold"/>
                <a:ea typeface="Archivo ExtraBold"/>
                <a:cs typeface="Archivo ExtraBold"/>
                <a:sym typeface="Archivo ExtraBold"/>
              </a:rPr>
              <a:t>libraries.dartmouth.edu</a:t>
            </a:r>
            <a:endParaRPr sz="7100">
              <a:solidFill>
                <a:srgbClr val="A5D75F"/>
              </a:solidFill>
              <a:latin typeface="Archivo ExtraBold"/>
              <a:ea typeface="Archivo ExtraBold"/>
              <a:cs typeface="Archivo ExtraBold"/>
              <a:sym typeface="Archivo ExtraBold"/>
            </a:endParaRPr>
          </a:p>
        </p:txBody>
      </p:sp>
      <p:pic>
        <p:nvPicPr>
          <p:cNvPr id="104" name="Google Shape;104;p21"/>
          <p:cNvPicPr preferRelativeResize="0"/>
          <p:nvPr/>
        </p:nvPicPr>
        <p:blipFill>
          <a:blip r:embed="rId2">
            <a:alphaModFix/>
          </a:blip>
          <a:stretch>
            <a:fillRect/>
          </a:stretch>
        </p:blipFill>
        <p:spPr>
          <a:xfrm>
            <a:off x="3177388" y="1678725"/>
            <a:ext cx="11457433" cy="549040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71"/>
            <a:ext cx="16873500" cy="21681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dk1"/>
              </a:buClr>
              <a:buSzPts val="10000"/>
              <a:buFont typeface="Anton"/>
              <a:buNone/>
              <a:defRPr sz="10000" i="0" u="none" strike="noStrike" cap="none">
                <a:solidFill>
                  <a:schemeClr val="dk1"/>
                </a:solidFill>
                <a:latin typeface="Anton"/>
                <a:ea typeface="Anton"/>
                <a:cs typeface="Anton"/>
                <a:sym typeface="Anton"/>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9623375" y="3932075"/>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2" r:id="rId12"/>
    <p:sldLayoutId id="2147483663" r:id="rId13"/>
    <p:sldLayoutId id="2147483664" r:id="rId14"/>
    <p:sldLayoutId id="2147483665" r:id="rId15"/>
    <p:sldLayoutId id="2147483666" r:id="rId16"/>
    <p:sldLayoutId id="2147483667" r:id="rId1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3240">
          <p15:clr>
            <a:srgbClr val="E46962"/>
          </p15:clr>
        </p15:guide>
        <p15:guide id="2" pos="5760">
          <p15:clr>
            <a:srgbClr val="E46962"/>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hyperlink" Target="https://creativecommons.org/licenses/by-sa/4.0/deed.en" TargetMode="External"/><Relationship Id="rId4" Type="http://schemas.openxmlformats.org/officeDocument/2006/relationships/hyperlink" Target="https://en.wikipedia.org/wiki/en:Creative_Commons"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hyperlink" Target="https://worldtrainmap.com/"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2"/>
          <p:cNvSpPr txBox="1"/>
          <p:nvPr/>
        </p:nvSpPr>
        <p:spPr>
          <a:xfrm>
            <a:off x="1885650" y="3850500"/>
            <a:ext cx="14516700" cy="2586000"/>
          </a:xfrm>
          <a:prstGeom prst="rect">
            <a:avLst/>
          </a:prstGeom>
          <a:noFill/>
          <a:ln>
            <a:noFill/>
          </a:ln>
        </p:spPr>
        <p:txBody>
          <a:bodyPr spcFirstLastPara="1" wrap="square" lIns="0" tIns="0" rIns="0" bIns="0" anchor="t" anchorCtr="0">
            <a:noAutofit/>
          </a:bodyPr>
          <a:lstStyle/>
          <a:p>
            <a:pPr marL="0" marR="0" lvl="0" indent="0" algn="l" rtl="0">
              <a:lnSpc>
                <a:spcPct val="140001"/>
              </a:lnSpc>
              <a:spcBef>
                <a:spcPts val="0"/>
              </a:spcBef>
              <a:spcAft>
                <a:spcPts val="0"/>
              </a:spcAft>
              <a:buNone/>
            </a:pPr>
            <a:r>
              <a:rPr lang="en-US" sz="7000" dirty="0">
                <a:solidFill>
                  <a:schemeClr val="bg2"/>
                </a:solidFill>
                <a:latin typeface="Anton"/>
                <a:ea typeface="Anton"/>
                <a:cs typeface="Anton"/>
                <a:sym typeface="Anton"/>
              </a:rPr>
              <a:t>RESEARCH QUESTIONS &amp; PROJECT DESIGN</a:t>
            </a:r>
            <a:endParaRPr sz="7000" dirty="0">
              <a:solidFill>
                <a:schemeClr val="bg2"/>
              </a:solidFill>
              <a:latin typeface="Anton"/>
              <a:ea typeface="Anton"/>
              <a:cs typeface="Anton"/>
              <a:sym typeface="Anton"/>
            </a:endParaRPr>
          </a:p>
        </p:txBody>
      </p:sp>
      <p:sp>
        <p:nvSpPr>
          <p:cNvPr id="111" name="Google Shape;111;p22"/>
          <p:cNvSpPr txBox="1"/>
          <p:nvPr/>
        </p:nvSpPr>
        <p:spPr>
          <a:xfrm>
            <a:off x="2282651" y="5658890"/>
            <a:ext cx="4234527" cy="2586000"/>
          </a:xfrm>
          <a:prstGeom prst="rect">
            <a:avLst/>
          </a:prstGeom>
          <a:noFill/>
          <a:ln>
            <a:noFill/>
          </a:ln>
        </p:spPr>
        <p:txBody>
          <a:bodyPr spcFirstLastPara="1" wrap="square" lIns="0" tIns="0" rIns="0" bIns="0" anchor="t" anchorCtr="0">
            <a:noAutofit/>
          </a:bodyPr>
          <a:lstStyle/>
          <a:p>
            <a:pPr marL="0" marR="0" lvl="0" indent="0" algn="l" rtl="0">
              <a:lnSpc>
                <a:spcPct val="140025"/>
              </a:lnSpc>
              <a:spcBef>
                <a:spcPts val="0"/>
              </a:spcBef>
              <a:spcAft>
                <a:spcPts val="0"/>
              </a:spcAft>
              <a:buNone/>
            </a:pPr>
            <a:r>
              <a:rPr lang="en-US" sz="3348" b="1" i="0" u="none" strike="noStrike" cap="none" dirty="0">
                <a:solidFill>
                  <a:srgbClr val="12312B"/>
                </a:solidFill>
                <a:latin typeface="Aptos" panose="020B0004020202020204" pitchFamily="34" charset="0"/>
                <a:ea typeface="Alegreya"/>
                <a:cs typeface="Alegreya"/>
                <a:sym typeface="Alegreya"/>
              </a:rPr>
              <a:t>Emily Myers, PhD</a:t>
            </a:r>
            <a:endParaRPr lang="en-US" sz="3348" b="1" dirty="0">
              <a:solidFill>
                <a:srgbClr val="12312B"/>
              </a:solidFill>
              <a:latin typeface="Aptos" panose="020B0004020202020204" pitchFamily="34" charset="0"/>
              <a:ea typeface="Alegreya"/>
              <a:cs typeface="Alegreya"/>
              <a:sym typeface="Alegreya"/>
            </a:endParaRPr>
          </a:p>
          <a:p>
            <a:pPr marL="0" marR="0" lvl="0" indent="0" algn="l" rtl="0">
              <a:lnSpc>
                <a:spcPct val="140025"/>
              </a:lnSpc>
              <a:spcBef>
                <a:spcPts val="0"/>
              </a:spcBef>
              <a:spcAft>
                <a:spcPts val="0"/>
              </a:spcAft>
              <a:buNone/>
            </a:pPr>
            <a:r>
              <a:rPr lang="en-US" sz="3348" b="1" dirty="0">
                <a:solidFill>
                  <a:srgbClr val="12312B"/>
                </a:solidFill>
                <a:latin typeface="Aptos" panose="020B0004020202020204" pitchFamily="34" charset="0"/>
                <a:ea typeface="Alegreya"/>
                <a:cs typeface="Alegreya"/>
                <a:sym typeface="Alegreya"/>
              </a:rPr>
              <a:t>Research Facilitation</a:t>
            </a:r>
          </a:p>
          <a:p>
            <a:pPr marL="0" marR="0" lvl="0" indent="0" algn="l" rtl="0">
              <a:lnSpc>
                <a:spcPct val="140025"/>
              </a:lnSpc>
              <a:spcBef>
                <a:spcPts val="0"/>
              </a:spcBef>
              <a:spcAft>
                <a:spcPts val="0"/>
              </a:spcAft>
              <a:buNone/>
            </a:pPr>
            <a:r>
              <a:rPr lang="en-US" sz="3348" b="1" i="0" u="none" strike="noStrike" cap="none" dirty="0">
                <a:solidFill>
                  <a:srgbClr val="12312B"/>
                </a:solidFill>
                <a:latin typeface="Aptos" panose="020B0004020202020204" pitchFamily="34" charset="0"/>
                <a:ea typeface="Alegreya"/>
                <a:cs typeface="Alegreya"/>
                <a:sym typeface="Alegreya"/>
              </a:rPr>
              <a:t>January 15, 2026</a:t>
            </a:r>
            <a:endParaRPr sz="1600" b="1" dirty="0">
              <a:latin typeface="Aptos" panose="020B0004020202020204" pitchFamily="34" charset="0"/>
              <a:ea typeface="Alegreya"/>
              <a:cs typeface="Alegreya"/>
              <a:sym typeface="Alegrey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07675-4F74-2C2C-8635-55CA4CBC7C2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C2BCFF9-FE36-8A96-8A75-87658CCF444A}"/>
              </a:ext>
            </a:extLst>
          </p:cNvPr>
          <p:cNvPicPr>
            <a:picLocks noChangeAspect="1"/>
          </p:cNvPicPr>
          <p:nvPr/>
        </p:nvPicPr>
        <p:blipFill>
          <a:blip r:embed="rId3"/>
          <a:stretch>
            <a:fillRect/>
          </a:stretch>
        </p:blipFill>
        <p:spPr>
          <a:xfrm>
            <a:off x="3941259" y="1426427"/>
            <a:ext cx="10405481" cy="6936987"/>
          </a:xfrm>
          <a:prstGeom prst="rect">
            <a:avLst/>
          </a:prstGeom>
        </p:spPr>
      </p:pic>
      <p:sp>
        <p:nvSpPr>
          <p:cNvPr id="4" name="TextBox 3">
            <a:extLst>
              <a:ext uri="{FF2B5EF4-FFF2-40B4-BE49-F238E27FC236}">
                <a16:creationId xmlns:a16="http://schemas.microsoft.com/office/drawing/2014/main" id="{029C2AA0-6FA4-42BB-EBFC-25CCD33F3C66}"/>
              </a:ext>
            </a:extLst>
          </p:cNvPr>
          <p:cNvSpPr txBox="1"/>
          <p:nvPr/>
        </p:nvSpPr>
        <p:spPr>
          <a:xfrm>
            <a:off x="4125951" y="8697951"/>
            <a:ext cx="9210908" cy="954107"/>
          </a:xfrm>
          <a:prstGeom prst="rect">
            <a:avLst/>
          </a:prstGeom>
          <a:noFill/>
        </p:spPr>
        <p:txBody>
          <a:bodyPr wrap="square" rtlCol="0">
            <a:spAutoFit/>
          </a:bodyPr>
          <a:lstStyle/>
          <a:p>
            <a:r>
              <a:rPr lang="en-US" sz="2800" dirty="0">
                <a:latin typeface="Aptos" panose="020B0004020202020204" pitchFamily="34" charset="0"/>
              </a:rPr>
              <a:t>Photo by Bengt </a:t>
            </a:r>
            <a:r>
              <a:rPr lang="en-US" sz="2800" dirty="0" err="1">
                <a:latin typeface="Aptos" panose="020B0004020202020204" pitchFamily="34" charset="0"/>
              </a:rPr>
              <a:t>Oberger</a:t>
            </a:r>
            <a:r>
              <a:rPr lang="en-US" sz="2800" dirty="0">
                <a:latin typeface="Aptos" panose="020B0004020202020204" pitchFamily="34" charset="0"/>
              </a:rPr>
              <a:t>, </a:t>
            </a:r>
            <a:r>
              <a:rPr lang="en-US" sz="2800" u="sng" dirty="0">
                <a:latin typeface="Aptos" panose="020B0004020202020204" pitchFamily="34" charset="0"/>
                <a:hlinkClick r:id="rId4" tooltip="w:en:Creative Commons"/>
              </a:rPr>
              <a:t>Creative Commons</a:t>
            </a:r>
            <a:r>
              <a:rPr lang="en-US" sz="2800" dirty="0">
                <a:latin typeface="Aptos" panose="020B0004020202020204" pitchFamily="34" charset="0"/>
              </a:rPr>
              <a:t> </a:t>
            </a:r>
            <a:r>
              <a:rPr lang="en-US" sz="2800" dirty="0">
                <a:latin typeface="Aptos" panose="020B0004020202020204" pitchFamily="34" charset="0"/>
                <a:hlinkClick r:id="rId5" tooltip="creativecommons:by-sa/4.0/deed.en"/>
              </a:rPr>
              <a:t>Attribution-Share Alike 4.0 International</a:t>
            </a:r>
            <a:r>
              <a:rPr lang="en-US" sz="2800" dirty="0">
                <a:latin typeface="Aptos" panose="020B0004020202020204" pitchFamily="34" charset="0"/>
              </a:rPr>
              <a:t> License</a:t>
            </a:r>
          </a:p>
        </p:txBody>
      </p:sp>
    </p:spTree>
    <p:extLst>
      <p:ext uri="{BB962C8B-B14F-4D97-AF65-F5344CB8AC3E}">
        <p14:creationId xmlns:p14="http://schemas.microsoft.com/office/powerpoint/2010/main" val="950071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3740B-8013-D9B9-FBD6-9F7491F64B1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9CC3DCF-CFAC-1A79-F1DD-4F56A60E8D8D}"/>
              </a:ext>
            </a:extLst>
          </p:cNvPr>
          <p:cNvPicPr>
            <a:picLocks noChangeAspect="1"/>
          </p:cNvPicPr>
          <p:nvPr/>
        </p:nvPicPr>
        <p:blipFill>
          <a:blip r:embed="rId3"/>
          <a:srcRect/>
          <a:stretch/>
        </p:blipFill>
        <p:spPr>
          <a:xfrm>
            <a:off x="2062563" y="1583473"/>
            <a:ext cx="12863251" cy="6467707"/>
          </a:xfrm>
          <a:prstGeom prst="rect">
            <a:avLst/>
          </a:prstGeom>
        </p:spPr>
      </p:pic>
      <p:sp>
        <p:nvSpPr>
          <p:cNvPr id="4" name="TextBox 3">
            <a:extLst>
              <a:ext uri="{FF2B5EF4-FFF2-40B4-BE49-F238E27FC236}">
                <a16:creationId xmlns:a16="http://schemas.microsoft.com/office/drawing/2014/main" id="{C04D1145-1EB1-6574-E81E-BD48CAC201EE}"/>
              </a:ext>
            </a:extLst>
          </p:cNvPr>
          <p:cNvSpPr txBox="1"/>
          <p:nvPr/>
        </p:nvSpPr>
        <p:spPr>
          <a:xfrm>
            <a:off x="3836019" y="8349584"/>
            <a:ext cx="9210908" cy="707886"/>
          </a:xfrm>
          <a:prstGeom prst="rect">
            <a:avLst/>
          </a:prstGeom>
          <a:noFill/>
        </p:spPr>
        <p:txBody>
          <a:bodyPr wrap="square" rtlCol="0">
            <a:spAutoFit/>
          </a:bodyPr>
          <a:lstStyle/>
          <a:p>
            <a:r>
              <a:rPr lang="en-US" sz="4000" dirty="0">
                <a:latin typeface="Aptos" panose="020B0004020202020204" pitchFamily="34" charset="0"/>
              </a:rPr>
              <a:t>Now, go to: </a:t>
            </a:r>
            <a:r>
              <a:rPr lang="en-US" sz="4000" dirty="0">
                <a:latin typeface="Aptos" panose="020B0004020202020204" pitchFamily="34" charset="0"/>
                <a:hlinkClick r:id="rId4"/>
              </a:rPr>
              <a:t>https://worldtrainmap.com/</a:t>
            </a:r>
            <a:r>
              <a:rPr lang="en-US" sz="4000" dirty="0">
                <a:latin typeface="Aptos" panose="020B0004020202020204" pitchFamily="34" charset="0"/>
              </a:rPr>
              <a:t> </a:t>
            </a:r>
          </a:p>
        </p:txBody>
      </p:sp>
    </p:spTree>
    <p:extLst>
      <p:ext uri="{BB962C8B-B14F-4D97-AF65-F5344CB8AC3E}">
        <p14:creationId xmlns:p14="http://schemas.microsoft.com/office/powerpoint/2010/main" val="5292073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A23E79-461A-AFA5-88D8-7D16D8715D30}"/>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43182F2D-B7F6-35DA-2DBB-24DD15DCA06F}"/>
              </a:ext>
            </a:extLst>
          </p:cNvPr>
          <p:cNvSpPr/>
          <p:nvPr/>
        </p:nvSpPr>
        <p:spPr>
          <a:xfrm>
            <a:off x="3211551" y="2768290"/>
            <a:ext cx="11864897" cy="4750419"/>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How did your research questions change when you looked at the World Train Map data?</a:t>
            </a:r>
          </a:p>
          <a:p>
            <a:pPr algn="ctr"/>
            <a:endParaRPr lang="en-US" sz="4000" dirty="0"/>
          </a:p>
          <a:p>
            <a:pPr algn="ctr"/>
            <a:r>
              <a:rPr lang="en-US" sz="4000" dirty="0"/>
              <a:t>What are some interesting questions you might answer with this data?</a:t>
            </a:r>
          </a:p>
        </p:txBody>
      </p:sp>
    </p:spTree>
    <p:extLst>
      <p:ext uri="{BB962C8B-B14F-4D97-AF65-F5344CB8AC3E}">
        <p14:creationId xmlns:p14="http://schemas.microsoft.com/office/powerpoint/2010/main" val="6482163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2C103A9E-AC3D-581D-D66D-233C16DF5320}"/>
            </a:ext>
          </a:extLst>
        </p:cNvPr>
        <p:cNvGrpSpPr/>
        <p:nvPr/>
      </p:nvGrpSpPr>
      <p:grpSpPr>
        <a:xfrm>
          <a:off x="0" y="0"/>
          <a:ext cx="0" cy="0"/>
          <a:chOff x="0" y="0"/>
          <a:chExt cx="0" cy="0"/>
        </a:xfrm>
      </p:grpSpPr>
      <p:sp>
        <p:nvSpPr>
          <p:cNvPr id="177" name="Google Shape;177;p31">
            <a:extLst>
              <a:ext uri="{FF2B5EF4-FFF2-40B4-BE49-F238E27FC236}">
                <a16:creationId xmlns:a16="http://schemas.microsoft.com/office/drawing/2014/main" id="{8F51E598-7717-3269-6691-0EE52CAEDB6B}"/>
              </a:ext>
            </a:extLst>
          </p:cNvPr>
          <p:cNvSpPr/>
          <p:nvPr/>
        </p:nvSpPr>
        <p:spPr>
          <a:xfrm>
            <a:off x="15521394" y="8659123"/>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3">
              <a:alphaModFix/>
            </a:blip>
            <a:stretch>
              <a:fillRect l="-29" r="-19"/>
            </a:stretch>
          </a:blipFill>
          <a:ln>
            <a:noFill/>
          </a:ln>
        </p:spPr>
        <p:txBody>
          <a:bodyPr/>
          <a:lstStyle/>
          <a:p>
            <a:endParaRPr lang="en-US"/>
          </a:p>
        </p:txBody>
      </p:sp>
      <p:sp>
        <p:nvSpPr>
          <p:cNvPr id="178" name="Google Shape;178;p31">
            <a:extLst>
              <a:ext uri="{FF2B5EF4-FFF2-40B4-BE49-F238E27FC236}">
                <a16:creationId xmlns:a16="http://schemas.microsoft.com/office/drawing/2014/main" id="{CEE98784-9BFE-FDB0-84FA-F41B282864C9}"/>
              </a:ext>
            </a:extLst>
          </p:cNvPr>
          <p:cNvSpPr txBox="1"/>
          <p:nvPr/>
        </p:nvSpPr>
        <p:spPr>
          <a:xfrm>
            <a:off x="1416555" y="1483064"/>
            <a:ext cx="14660260" cy="1292662"/>
          </a:xfrm>
          <a:prstGeom prst="rect">
            <a:avLst/>
          </a:prstGeom>
          <a:noFill/>
          <a:ln>
            <a:noFill/>
          </a:ln>
        </p:spPr>
        <p:txBody>
          <a:bodyPr spcFirstLastPara="1" wrap="square" lIns="0" tIns="0" rIns="0" bIns="0" anchor="t" anchorCtr="0">
            <a:spAutoFit/>
          </a:bodyPr>
          <a:lstStyle/>
          <a:p>
            <a:pPr marL="0" marR="0" lvl="0" indent="0" algn="l" rtl="0">
              <a:lnSpc>
                <a:spcPct val="140007"/>
              </a:lnSpc>
              <a:spcBef>
                <a:spcPts val="0"/>
              </a:spcBef>
              <a:spcAft>
                <a:spcPts val="0"/>
              </a:spcAft>
              <a:buNone/>
            </a:pPr>
            <a:r>
              <a:rPr lang="en-US" sz="6000" dirty="0">
                <a:solidFill>
                  <a:srgbClr val="00693D"/>
                </a:solidFill>
                <a:latin typeface="Anton"/>
                <a:ea typeface="Anton"/>
                <a:cs typeface="Anton"/>
                <a:sym typeface="Anton"/>
              </a:rPr>
              <a:t>Research process</a:t>
            </a:r>
            <a:endParaRPr sz="6000" dirty="0">
              <a:latin typeface="Anton"/>
              <a:ea typeface="Anton"/>
              <a:cs typeface="Anton"/>
              <a:sym typeface="Anton"/>
            </a:endParaRPr>
          </a:p>
        </p:txBody>
      </p:sp>
      <p:sp>
        <p:nvSpPr>
          <p:cNvPr id="3" name="Rounded Rectangle 2">
            <a:extLst>
              <a:ext uri="{FF2B5EF4-FFF2-40B4-BE49-F238E27FC236}">
                <a16:creationId xmlns:a16="http://schemas.microsoft.com/office/drawing/2014/main" id="{43DDC313-2DCA-6D94-74AB-D358AC3563D3}"/>
              </a:ext>
            </a:extLst>
          </p:cNvPr>
          <p:cNvSpPr/>
          <p:nvPr/>
        </p:nvSpPr>
        <p:spPr>
          <a:xfrm>
            <a:off x="622001" y="3223613"/>
            <a:ext cx="2876203" cy="249381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3000" dirty="0">
                <a:latin typeface="Aptos" panose="020B0004020202020204" pitchFamily="34" charset="0"/>
              </a:rPr>
              <a:t>Research question</a:t>
            </a:r>
          </a:p>
        </p:txBody>
      </p:sp>
      <p:sp>
        <p:nvSpPr>
          <p:cNvPr id="4" name="Rounded Rectangle 3">
            <a:extLst>
              <a:ext uri="{FF2B5EF4-FFF2-40B4-BE49-F238E27FC236}">
                <a16:creationId xmlns:a16="http://schemas.microsoft.com/office/drawing/2014/main" id="{4C219A0B-0295-5CAD-8847-46BC84D356E7}"/>
              </a:ext>
            </a:extLst>
          </p:cNvPr>
          <p:cNvSpPr/>
          <p:nvPr/>
        </p:nvSpPr>
        <p:spPr>
          <a:xfrm>
            <a:off x="5123045" y="3223613"/>
            <a:ext cx="2876203" cy="2493818"/>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atin typeface="Aptos" panose="020B0004020202020204" pitchFamily="34" charset="0"/>
              </a:rPr>
              <a:t>Research design</a:t>
            </a:r>
          </a:p>
        </p:txBody>
      </p:sp>
      <p:sp>
        <p:nvSpPr>
          <p:cNvPr id="5" name="Rounded Rectangle 4">
            <a:extLst>
              <a:ext uri="{FF2B5EF4-FFF2-40B4-BE49-F238E27FC236}">
                <a16:creationId xmlns:a16="http://schemas.microsoft.com/office/drawing/2014/main" id="{175C2C34-E888-0C49-6110-753FDC9C3B77}"/>
              </a:ext>
            </a:extLst>
          </p:cNvPr>
          <p:cNvSpPr/>
          <p:nvPr/>
        </p:nvSpPr>
        <p:spPr>
          <a:xfrm>
            <a:off x="9624089" y="3212637"/>
            <a:ext cx="2876203" cy="2493818"/>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atin typeface="Aptos" panose="020B0004020202020204" pitchFamily="34" charset="0"/>
              </a:rPr>
              <a:t>Data collection</a:t>
            </a:r>
          </a:p>
        </p:txBody>
      </p:sp>
      <p:sp>
        <p:nvSpPr>
          <p:cNvPr id="6" name="Rounded Rectangle 5">
            <a:extLst>
              <a:ext uri="{FF2B5EF4-FFF2-40B4-BE49-F238E27FC236}">
                <a16:creationId xmlns:a16="http://schemas.microsoft.com/office/drawing/2014/main" id="{F4AF99F7-024B-0AA3-E9D2-C33E93179C3F}"/>
              </a:ext>
            </a:extLst>
          </p:cNvPr>
          <p:cNvSpPr/>
          <p:nvPr/>
        </p:nvSpPr>
        <p:spPr>
          <a:xfrm>
            <a:off x="14125133" y="3212637"/>
            <a:ext cx="2951016" cy="2493818"/>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atin typeface="Aptos" panose="020B0004020202020204" pitchFamily="34" charset="0"/>
              </a:rPr>
              <a:t>Analysis &amp; output</a:t>
            </a:r>
          </a:p>
        </p:txBody>
      </p:sp>
      <p:cxnSp>
        <p:nvCxnSpPr>
          <p:cNvPr id="9" name="Straight Arrow Connector 8">
            <a:extLst>
              <a:ext uri="{FF2B5EF4-FFF2-40B4-BE49-F238E27FC236}">
                <a16:creationId xmlns:a16="http://schemas.microsoft.com/office/drawing/2014/main" id="{02C7C955-0E34-B0AD-9D83-ABF6A708CF00}"/>
              </a:ext>
            </a:extLst>
          </p:cNvPr>
          <p:cNvCxnSpPr>
            <a:cxnSpLocks/>
          </p:cNvCxnSpPr>
          <p:nvPr/>
        </p:nvCxnSpPr>
        <p:spPr>
          <a:xfrm flipH="1">
            <a:off x="3838549" y="4869938"/>
            <a:ext cx="9441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476FFF66-A747-A976-47A1-82CDE7D44CFB}"/>
              </a:ext>
            </a:extLst>
          </p:cNvPr>
          <p:cNvCxnSpPr>
            <a:cxnSpLocks/>
          </p:cNvCxnSpPr>
          <p:nvPr/>
        </p:nvCxnSpPr>
        <p:spPr>
          <a:xfrm>
            <a:off x="3838550" y="4558961"/>
            <a:ext cx="9441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603BE7E4-C5E3-CC37-6C55-1C41AEBE8C32}"/>
              </a:ext>
            </a:extLst>
          </p:cNvPr>
          <p:cNvCxnSpPr>
            <a:cxnSpLocks/>
          </p:cNvCxnSpPr>
          <p:nvPr/>
        </p:nvCxnSpPr>
        <p:spPr>
          <a:xfrm>
            <a:off x="12751067" y="4459546"/>
            <a:ext cx="9441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B35EE87D-78F5-0D07-4D30-C558F42840EE}"/>
              </a:ext>
            </a:extLst>
          </p:cNvPr>
          <p:cNvCxnSpPr>
            <a:cxnSpLocks/>
          </p:cNvCxnSpPr>
          <p:nvPr/>
        </p:nvCxnSpPr>
        <p:spPr>
          <a:xfrm>
            <a:off x="8199851" y="4545347"/>
            <a:ext cx="9441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BC359A19-0B15-63F6-C003-B1E0DCAF6512}"/>
              </a:ext>
            </a:extLst>
          </p:cNvPr>
          <p:cNvCxnSpPr>
            <a:cxnSpLocks/>
          </p:cNvCxnSpPr>
          <p:nvPr/>
        </p:nvCxnSpPr>
        <p:spPr>
          <a:xfrm flipH="1">
            <a:off x="8187936" y="4918832"/>
            <a:ext cx="9441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F2EDD810-DE19-2677-6519-175AD1C66DCC}"/>
              </a:ext>
            </a:extLst>
          </p:cNvPr>
          <p:cNvCxnSpPr>
            <a:cxnSpLocks/>
          </p:cNvCxnSpPr>
          <p:nvPr/>
        </p:nvCxnSpPr>
        <p:spPr>
          <a:xfrm flipH="1">
            <a:off x="12765716" y="4864220"/>
            <a:ext cx="9441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48463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0">
          <a:extLst>
            <a:ext uri="{FF2B5EF4-FFF2-40B4-BE49-F238E27FC236}">
              <a16:creationId xmlns:a16="http://schemas.microsoft.com/office/drawing/2014/main" id="{D347E541-7364-D199-E09D-51723D66D44F}"/>
            </a:ext>
          </a:extLst>
        </p:cNvPr>
        <p:cNvGrpSpPr/>
        <p:nvPr/>
      </p:nvGrpSpPr>
      <p:grpSpPr>
        <a:xfrm>
          <a:off x="0" y="0"/>
          <a:ext cx="0" cy="0"/>
          <a:chOff x="0" y="0"/>
          <a:chExt cx="0" cy="0"/>
        </a:xfrm>
      </p:grpSpPr>
      <p:sp>
        <p:nvSpPr>
          <p:cNvPr id="172" name="Google Shape;172;p30">
            <a:extLst>
              <a:ext uri="{FF2B5EF4-FFF2-40B4-BE49-F238E27FC236}">
                <a16:creationId xmlns:a16="http://schemas.microsoft.com/office/drawing/2014/main" id="{4C36550A-55A3-E42F-7782-8EDC266EA06B}"/>
              </a:ext>
            </a:extLst>
          </p:cNvPr>
          <p:cNvSpPr/>
          <p:nvPr/>
        </p:nvSpPr>
        <p:spPr>
          <a:xfrm>
            <a:off x="1606995" y="4940595"/>
            <a:ext cx="13863931" cy="1170589"/>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endParaRPr lang="en-US"/>
          </a:p>
        </p:txBody>
      </p:sp>
      <p:sp>
        <p:nvSpPr>
          <p:cNvPr id="5" name="Google Shape;171;p30">
            <a:extLst>
              <a:ext uri="{FF2B5EF4-FFF2-40B4-BE49-F238E27FC236}">
                <a16:creationId xmlns:a16="http://schemas.microsoft.com/office/drawing/2014/main" id="{E295272F-C49B-8F00-FD46-B00978A33C24}"/>
              </a:ext>
            </a:extLst>
          </p:cNvPr>
          <p:cNvSpPr txBox="1"/>
          <p:nvPr/>
        </p:nvSpPr>
        <p:spPr>
          <a:xfrm>
            <a:off x="2817074" y="2078791"/>
            <a:ext cx="12053455" cy="3447098"/>
          </a:xfrm>
          <a:prstGeom prst="rect">
            <a:avLst/>
          </a:prstGeom>
          <a:noFill/>
          <a:ln>
            <a:noFill/>
          </a:ln>
        </p:spPr>
        <p:txBody>
          <a:bodyPr spcFirstLastPara="1" wrap="square" lIns="0" tIns="0" rIns="0" bIns="0" anchor="t" anchorCtr="0">
            <a:spAutoFit/>
          </a:bodyPr>
          <a:lstStyle/>
          <a:p>
            <a:pPr marL="0" marR="0" lvl="0" indent="0" algn="l" rtl="0">
              <a:lnSpc>
                <a:spcPct val="139996"/>
              </a:lnSpc>
              <a:spcBef>
                <a:spcPts val="0"/>
              </a:spcBef>
              <a:spcAft>
                <a:spcPts val="0"/>
              </a:spcAft>
              <a:buNone/>
            </a:pPr>
            <a:r>
              <a:rPr lang="en-US" sz="8000" dirty="0">
                <a:solidFill>
                  <a:srgbClr val="A5D75F"/>
                </a:solidFill>
                <a:latin typeface="Anton"/>
                <a:ea typeface="Anton"/>
                <a:cs typeface="Anton"/>
                <a:sym typeface="Anton"/>
              </a:rPr>
              <a:t>GUIDING PRINCIPLES FOR RESEARCH QUESTIONS</a:t>
            </a:r>
            <a:endParaRPr sz="8000" dirty="0">
              <a:solidFill>
                <a:srgbClr val="A5D75F"/>
              </a:solidFill>
              <a:latin typeface="Anton"/>
              <a:ea typeface="Anton"/>
              <a:cs typeface="Anton"/>
              <a:sym typeface="Anton"/>
            </a:endParaRPr>
          </a:p>
        </p:txBody>
      </p:sp>
    </p:spTree>
    <p:extLst>
      <p:ext uri="{BB962C8B-B14F-4D97-AF65-F5344CB8AC3E}">
        <p14:creationId xmlns:p14="http://schemas.microsoft.com/office/powerpoint/2010/main" val="15736398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6">
          <a:extLst>
            <a:ext uri="{FF2B5EF4-FFF2-40B4-BE49-F238E27FC236}">
              <a16:creationId xmlns:a16="http://schemas.microsoft.com/office/drawing/2014/main" id="{01BFE68C-7EB1-2CE7-2F89-7CBCC5110034}"/>
            </a:ext>
          </a:extLst>
        </p:cNvPr>
        <p:cNvGrpSpPr/>
        <p:nvPr/>
      </p:nvGrpSpPr>
      <p:grpSpPr>
        <a:xfrm>
          <a:off x="0" y="0"/>
          <a:ext cx="0" cy="0"/>
          <a:chOff x="0" y="0"/>
          <a:chExt cx="0" cy="0"/>
        </a:xfrm>
      </p:grpSpPr>
      <p:sp>
        <p:nvSpPr>
          <p:cNvPr id="119" name="Google Shape;119;p23">
            <a:extLst>
              <a:ext uri="{FF2B5EF4-FFF2-40B4-BE49-F238E27FC236}">
                <a16:creationId xmlns:a16="http://schemas.microsoft.com/office/drawing/2014/main" id="{D1F7AD2C-8A86-2B0B-7D06-8B9C90693CE0}"/>
              </a:ext>
            </a:extLst>
          </p:cNvPr>
          <p:cNvSpPr/>
          <p:nvPr/>
        </p:nvSpPr>
        <p:spPr>
          <a:xfrm>
            <a:off x="2766606" y="1950009"/>
            <a:ext cx="6287497" cy="938348"/>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endParaRPr lang="en-US"/>
          </a:p>
        </p:txBody>
      </p:sp>
      <p:sp>
        <p:nvSpPr>
          <p:cNvPr id="2" name="Google Shape;179;p31">
            <a:extLst>
              <a:ext uri="{FF2B5EF4-FFF2-40B4-BE49-F238E27FC236}">
                <a16:creationId xmlns:a16="http://schemas.microsoft.com/office/drawing/2014/main" id="{C252C9F8-D811-7F31-0018-4175FA050EAE}"/>
              </a:ext>
            </a:extLst>
          </p:cNvPr>
          <p:cNvSpPr txBox="1"/>
          <p:nvPr/>
        </p:nvSpPr>
        <p:spPr>
          <a:xfrm>
            <a:off x="1067421" y="3184826"/>
            <a:ext cx="14664600" cy="3016210"/>
          </a:xfrm>
          <a:prstGeom prst="rect">
            <a:avLst/>
          </a:prstGeom>
          <a:noFill/>
          <a:ln>
            <a:noFill/>
          </a:ln>
        </p:spPr>
        <p:txBody>
          <a:bodyPr spcFirstLastPara="1" wrap="square" lIns="0" tIns="0" rIns="0" bIns="0" anchor="t" anchorCtr="0">
            <a:spAutoFit/>
          </a:bodyPr>
          <a:lstStyle/>
          <a:p>
            <a:pPr marL="649858" lvl="3" indent="-324929">
              <a:lnSpc>
                <a:spcPct val="140013"/>
              </a:lnSpc>
              <a:buClr>
                <a:srgbClr val="12312B"/>
              </a:buClr>
              <a:buSzPts val="3009"/>
              <a:buFont typeface="Archivo Medium"/>
              <a:buChar char="•"/>
            </a:pPr>
            <a:r>
              <a:rPr lang="en-US" sz="2800" dirty="0">
                <a:solidFill>
                  <a:srgbClr val="12312B"/>
                </a:solidFill>
                <a:latin typeface="Aptos" panose="020B0004020202020204" pitchFamily="34" charset="0"/>
                <a:ea typeface="Archivo Medium"/>
                <a:cs typeface="Archivo Medium"/>
                <a:sym typeface="Archivo Medium"/>
              </a:rPr>
              <a:t>Clear and specific</a:t>
            </a:r>
            <a:endParaRPr lang="en-US" sz="2800" i="0" u="none" strike="noStrike" cap="none" dirty="0">
              <a:solidFill>
                <a:srgbClr val="12312B"/>
              </a:solidFill>
              <a:latin typeface="Aptos" panose="020B0004020202020204" pitchFamily="34" charset="0"/>
              <a:ea typeface="Archivo Medium"/>
              <a:cs typeface="Archivo Medium"/>
              <a:sym typeface="Archivo Medium"/>
            </a:endParaRPr>
          </a:p>
          <a:p>
            <a:pPr marL="649858" lvl="3" indent="-324929">
              <a:lnSpc>
                <a:spcPct val="140013"/>
              </a:lnSpc>
              <a:buClr>
                <a:srgbClr val="12312B"/>
              </a:buClr>
              <a:buSzPts val="3009"/>
              <a:buFont typeface="Archivo Medium"/>
              <a:buChar char="•"/>
            </a:pPr>
            <a:r>
              <a:rPr lang="en-US" sz="2800" dirty="0">
                <a:solidFill>
                  <a:srgbClr val="12312B"/>
                </a:solidFill>
                <a:latin typeface="Aptos" panose="020B0004020202020204" pitchFamily="34" charset="0"/>
                <a:ea typeface="Archivo Medium"/>
                <a:cs typeface="Archivo Medium"/>
                <a:sym typeface="Archivo Medium"/>
              </a:rPr>
              <a:t>Unresolved, with room for debate</a:t>
            </a:r>
          </a:p>
          <a:p>
            <a:pPr marL="649858" lvl="3" indent="-324929">
              <a:lnSpc>
                <a:spcPct val="140013"/>
              </a:lnSpc>
              <a:buClr>
                <a:srgbClr val="12312B"/>
              </a:buClr>
              <a:buSzPts val="3009"/>
              <a:buFont typeface="Archivo Medium"/>
              <a:buChar char="•"/>
            </a:pPr>
            <a:r>
              <a:rPr lang="en-US" sz="2800" dirty="0">
                <a:solidFill>
                  <a:srgbClr val="12312B"/>
                </a:solidFill>
                <a:latin typeface="Aptos" panose="020B0004020202020204" pitchFamily="34" charset="0"/>
                <a:ea typeface="Archivo Medium"/>
                <a:cs typeface="Archivo Medium"/>
                <a:sym typeface="Archivo Medium"/>
              </a:rPr>
              <a:t>Researchable</a:t>
            </a:r>
            <a:endParaRPr lang="en-US" sz="2800" i="0" u="none" strike="noStrike" cap="none" dirty="0">
              <a:solidFill>
                <a:srgbClr val="12312B"/>
              </a:solidFill>
              <a:latin typeface="Aptos" panose="020B0004020202020204" pitchFamily="34" charset="0"/>
              <a:ea typeface="Archivo Medium"/>
              <a:cs typeface="Archivo Medium"/>
              <a:sym typeface="Archivo Medium"/>
            </a:endParaRPr>
          </a:p>
          <a:p>
            <a:pPr marL="649858" marR="0" lvl="1" indent="-324929" algn="l" rtl="0">
              <a:lnSpc>
                <a:spcPct val="140013"/>
              </a:lnSpc>
              <a:spcBef>
                <a:spcPts val="0"/>
              </a:spcBef>
              <a:spcAft>
                <a:spcPts val="0"/>
              </a:spcAft>
              <a:buClr>
                <a:srgbClr val="12312B"/>
              </a:buClr>
              <a:buSzPts val="3009"/>
              <a:buFont typeface="Archivo Medium"/>
              <a:buChar char="•"/>
            </a:pPr>
            <a:r>
              <a:rPr lang="en-US" sz="2800" b="1" i="0" u="none" strike="noStrike" cap="none" dirty="0">
                <a:solidFill>
                  <a:srgbClr val="12312B"/>
                </a:solidFill>
                <a:latin typeface="Aptos" panose="020B0004020202020204" pitchFamily="34" charset="0"/>
                <a:ea typeface="Archivo Medium"/>
                <a:cs typeface="Archivo Medium"/>
                <a:sym typeface="Archivo Medium"/>
              </a:rPr>
              <a:t>Interesting to you </a:t>
            </a:r>
            <a:r>
              <a:rPr lang="en-US" sz="2800" i="0" u="none" strike="noStrike" cap="none" dirty="0">
                <a:solidFill>
                  <a:srgbClr val="12312B"/>
                </a:solidFill>
                <a:latin typeface="Aptos" panose="020B0004020202020204" pitchFamily="34" charset="0"/>
                <a:ea typeface="Archivo Medium"/>
                <a:cs typeface="Archivo Medium"/>
                <a:sym typeface="Archivo Medium"/>
              </a:rPr>
              <a:t>and </a:t>
            </a:r>
            <a:r>
              <a:rPr lang="en-US" sz="2800" dirty="0">
                <a:solidFill>
                  <a:srgbClr val="12312B"/>
                </a:solidFill>
                <a:latin typeface="Aptos" panose="020B0004020202020204" pitchFamily="34" charset="0"/>
                <a:ea typeface="Archivo Medium"/>
                <a:cs typeface="Archivo Medium"/>
                <a:sym typeface="Archivo Medium"/>
              </a:rPr>
              <a:t>to an external audience</a:t>
            </a:r>
            <a:endParaRPr sz="2800" dirty="0">
              <a:latin typeface="Aptos" panose="020B0004020202020204" pitchFamily="34" charset="0"/>
              <a:ea typeface="Archivo Medium"/>
              <a:cs typeface="Archivo Medium"/>
              <a:sym typeface="Archivo Medium"/>
            </a:endParaRPr>
          </a:p>
          <a:p>
            <a:pPr marL="0" marR="0" lvl="0" indent="0" algn="l" rtl="0">
              <a:lnSpc>
                <a:spcPct val="140013"/>
              </a:lnSpc>
              <a:spcBef>
                <a:spcPts val="0"/>
              </a:spcBef>
              <a:spcAft>
                <a:spcPts val="0"/>
              </a:spcAft>
              <a:buNone/>
            </a:pPr>
            <a:endParaRPr sz="2800" b="0" i="0" u="none" strike="noStrike" cap="none" dirty="0">
              <a:solidFill>
                <a:srgbClr val="12312B"/>
              </a:solidFill>
              <a:latin typeface="Aptos" panose="020B0004020202020204" pitchFamily="34" charset="0"/>
              <a:sym typeface="Arial"/>
            </a:endParaRPr>
          </a:p>
        </p:txBody>
      </p:sp>
      <p:sp>
        <p:nvSpPr>
          <p:cNvPr id="4" name="Google Shape;178;p31">
            <a:extLst>
              <a:ext uri="{FF2B5EF4-FFF2-40B4-BE49-F238E27FC236}">
                <a16:creationId xmlns:a16="http://schemas.microsoft.com/office/drawing/2014/main" id="{0C142E25-1A4A-5800-73C0-50CBE35EEF60}"/>
              </a:ext>
            </a:extLst>
          </p:cNvPr>
          <p:cNvSpPr txBox="1"/>
          <p:nvPr/>
        </p:nvSpPr>
        <p:spPr>
          <a:xfrm>
            <a:off x="2912844" y="1126521"/>
            <a:ext cx="9146700" cy="1292662"/>
          </a:xfrm>
          <a:prstGeom prst="rect">
            <a:avLst/>
          </a:prstGeom>
          <a:noFill/>
          <a:ln>
            <a:noFill/>
          </a:ln>
        </p:spPr>
        <p:txBody>
          <a:bodyPr spcFirstLastPara="1" wrap="square" lIns="0" tIns="0" rIns="0" bIns="0" anchor="t" anchorCtr="0">
            <a:spAutoFit/>
          </a:bodyPr>
          <a:lstStyle/>
          <a:p>
            <a:pPr marL="0" marR="0" lvl="0" indent="0" algn="l" rtl="0">
              <a:lnSpc>
                <a:spcPct val="140007"/>
              </a:lnSpc>
              <a:spcBef>
                <a:spcPts val="0"/>
              </a:spcBef>
              <a:spcAft>
                <a:spcPts val="0"/>
              </a:spcAft>
              <a:buNone/>
            </a:pPr>
            <a:r>
              <a:rPr lang="en-US" sz="6000" dirty="0">
                <a:solidFill>
                  <a:srgbClr val="00693D"/>
                </a:solidFill>
                <a:latin typeface="Anton"/>
                <a:ea typeface="Anton"/>
                <a:cs typeface="Anton"/>
                <a:sym typeface="Anton"/>
              </a:rPr>
              <a:t>A good research question is:</a:t>
            </a:r>
            <a:endParaRPr lang="en-US" sz="6000" dirty="0">
              <a:latin typeface="Anton"/>
              <a:ea typeface="Anton"/>
              <a:cs typeface="Anton"/>
              <a:sym typeface="Anton"/>
            </a:endParaRPr>
          </a:p>
        </p:txBody>
      </p:sp>
    </p:spTree>
    <p:extLst>
      <p:ext uri="{BB962C8B-B14F-4D97-AF65-F5344CB8AC3E}">
        <p14:creationId xmlns:p14="http://schemas.microsoft.com/office/powerpoint/2010/main" val="3605264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78;p31">
            <a:extLst>
              <a:ext uri="{FF2B5EF4-FFF2-40B4-BE49-F238E27FC236}">
                <a16:creationId xmlns:a16="http://schemas.microsoft.com/office/drawing/2014/main" id="{007BBA4C-85A4-D6E3-32E7-390E6BB0769A}"/>
              </a:ext>
            </a:extLst>
          </p:cNvPr>
          <p:cNvSpPr txBox="1"/>
          <p:nvPr/>
        </p:nvSpPr>
        <p:spPr>
          <a:xfrm>
            <a:off x="2912844" y="1126521"/>
            <a:ext cx="9146700" cy="1292662"/>
          </a:xfrm>
          <a:prstGeom prst="rect">
            <a:avLst/>
          </a:prstGeom>
          <a:noFill/>
          <a:ln>
            <a:noFill/>
          </a:ln>
        </p:spPr>
        <p:txBody>
          <a:bodyPr spcFirstLastPara="1" wrap="square" lIns="0" tIns="0" rIns="0" bIns="0" anchor="t" anchorCtr="0">
            <a:spAutoFit/>
          </a:bodyPr>
          <a:lstStyle/>
          <a:p>
            <a:pPr marL="0" marR="0" lvl="0" indent="0" algn="l" rtl="0">
              <a:lnSpc>
                <a:spcPct val="140007"/>
              </a:lnSpc>
              <a:spcBef>
                <a:spcPts val="0"/>
              </a:spcBef>
              <a:spcAft>
                <a:spcPts val="0"/>
              </a:spcAft>
              <a:buNone/>
            </a:pPr>
            <a:r>
              <a:rPr lang="en-US" sz="6000" dirty="0">
                <a:solidFill>
                  <a:srgbClr val="00693D"/>
                </a:solidFill>
                <a:latin typeface="Anton"/>
                <a:ea typeface="Anton"/>
                <a:cs typeface="Anton"/>
                <a:sym typeface="Anton"/>
              </a:rPr>
              <a:t>Examples</a:t>
            </a:r>
            <a:endParaRPr lang="en-US" sz="6000" dirty="0">
              <a:latin typeface="Anton"/>
              <a:ea typeface="Anton"/>
              <a:cs typeface="Anton"/>
              <a:sym typeface="Anton"/>
            </a:endParaRPr>
          </a:p>
        </p:txBody>
      </p:sp>
      <p:sp>
        <p:nvSpPr>
          <p:cNvPr id="4" name="TextBox 3">
            <a:extLst>
              <a:ext uri="{FF2B5EF4-FFF2-40B4-BE49-F238E27FC236}">
                <a16:creationId xmlns:a16="http://schemas.microsoft.com/office/drawing/2014/main" id="{539086DD-822C-5D4A-20DA-681DD1BE7583}"/>
              </a:ext>
            </a:extLst>
          </p:cNvPr>
          <p:cNvSpPr txBox="1"/>
          <p:nvPr/>
        </p:nvSpPr>
        <p:spPr>
          <a:xfrm>
            <a:off x="1434529" y="2729344"/>
            <a:ext cx="4667014" cy="553998"/>
          </a:xfrm>
          <a:prstGeom prst="rect">
            <a:avLst/>
          </a:prstGeom>
          <a:noFill/>
        </p:spPr>
        <p:txBody>
          <a:bodyPr wrap="square" rtlCol="0">
            <a:spAutoFit/>
          </a:bodyPr>
          <a:lstStyle/>
          <a:p>
            <a:r>
              <a:rPr lang="en-US" sz="3000" dirty="0">
                <a:latin typeface="Aptos" panose="020B0004020202020204" pitchFamily="34" charset="0"/>
              </a:rPr>
              <a:t>Is it good to eat breakfast?</a:t>
            </a:r>
          </a:p>
        </p:txBody>
      </p:sp>
      <p:sp>
        <p:nvSpPr>
          <p:cNvPr id="5" name="TextBox 4">
            <a:extLst>
              <a:ext uri="{FF2B5EF4-FFF2-40B4-BE49-F238E27FC236}">
                <a16:creationId xmlns:a16="http://schemas.microsoft.com/office/drawing/2014/main" id="{95780045-99FD-65A1-A9B3-535943C013A4}"/>
              </a:ext>
            </a:extLst>
          </p:cNvPr>
          <p:cNvSpPr txBox="1"/>
          <p:nvPr/>
        </p:nvSpPr>
        <p:spPr>
          <a:xfrm>
            <a:off x="1434529" y="3879271"/>
            <a:ext cx="4667014" cy="1015663"/>
          </a:xfrm>
          <a:prstGeom prst="rect">
            <a:avLst/>
          </a:prstGeom>
          <a:noFill/>
        </p:spPr>
        <p:txBody>
          <a:bodyPr wrap="square" rtlCol="0">
            <a:spAutoFit/>
          </a:bodyPr>
          <a:lstStyle/>
          <a:p>
            <a:r>
              <a:rPr lang="en-US" sz="3000" dirty="0">
                <a:latin typeface="Aptos" panose="020B0004020202020204" pitchFamily="34" charset="0"/>
              </a:rPr>
              <a:t>What is the capital of New Hampshire?</a:t>
            </a:r>
          </a:p>
        </p:txBody>
      </p:sp>
      <p:sp>
        <p:nvSpPr>
          <p:cNvPr id="6" name="TextBox 5">
            <a:extLst>
              <a:ext uri="{FF2B5EF4-FFF2-40B4-BE49-F238E27FC236}">
                <a16:creationId xmlns:a16="http://schemas.microsoft.com/office/drawing/2014/main" id="{A6175395-EB40-8295-08EE-02BFC092497C}"/>
              </a:ext>
            </a:extLst>
          </p:cNvPr>
          <p:cNvSpPr txBox="1"/>
          <p:nvPr/>
        </p:nvSpPr>
        <p:spPr>
          <a:xfrm>
            <a:off x="1434529" y="5490863"/>
            <a:ext cx="4667014" cy="3323987"/>
          </a:xfrm>
          <a:prstGeom prst="rect">
            <a:avLst/>
          </a:prstGeom>
          <a:noFill/>
        </p:spPr>
        <p:txBody>
          <a:bodyPr wrap="square" rtlCol="0">
            <a:spAutoFit/>
          </a:bodyPr>
          <a:lstStyle/>
          <a:p>
            <a:r>
              <a:rPr lang="en-US" sz="3000" dirty="0">
                <a:latin typeface="Aptos" panose="020B0004020202020204" pitchFamily="34" charset="0"/>
              </a:rPr>
              <a:t>What would happen if nothing were illegal for one day?*</a:t>
            </a:r>
          </a:p>
          <a:p>
            <a:endParaRPr lang="en-US" sz="3000" dirty="0">
              <a:latin typeface="Aptos" panose="020B0004020202020204" pitchFamily="34" charset="0"/>
            </a:endParaRPr>
          </a:p>
          <a:p>
            <a:r>
              <a:rPr lang="en-US" sz="3000" dirty="0">
                <a:latin typeface="Aptos" panose="020B0004020202020204" pitchFamily="34" charset="0"/>
              </a:rPr>
              <a:t>*The plot of The Purge, I think??</a:t>
            </a:r>
          </a:p>
          <a:p>
            <a:endParaRPr lang="en-US" sz="3000" dirty="0">
              <a:latin typeface="Aptos" panose="020B0004020202020204" pitchFamily="34" charset="0"/>
            </a:endParaRPr>
          </a:p>
        </p:txBody>
      </p:sp>
      <p:sp>
        <p:nvSpPr>
          <p:cNvPr id="7" name="TextBox 6">
            <a:extLst>
              <a:ext uri="{FF2B5EF4-FFF2-40B4-BE49-F238E27FC236}">
                <a16:creationId xmlns:a16="http://schemas.microsoft.com/office/drawing/2014/main" id="{CA59FFC7-74C8-3DF4-3AE3-F94C89320955}"/>
              </a:ext>
            </a:extLst>
          </p:cNvPr>
          <p:cNvSpPr txBox="1"/>
          <p:nvPr/>
        </p:nvSpPr>
        <p:spPr>
          <a:xfrm>
            <a:off x="9852951" y="2498511"/>
            <a:ext cx="5409215" cy="1015663"/>
          </a:xfrm>
          <a:prstGeom prst="rect">
            <a:avLst/>
          </a:prstGeom>
          <a:noFill/>
        </p:spPr>
        <p:txBody>
          <a:bodyPr wrap="square" rtlCol="0">
            <a:spAutoFit/>
          </a:bodyPr>
          <a:lstStyle/>
          <a:p>
            <a:r>
              <a:rPr lang="en-US" sz="3000" dirty="0">
                <a:latin typeface="Aptos" panose="020B0004020202020204" pitchFamily="34" charset="0"/>
              </a:rPr>
              <a:t>What is the effect of eating breakfast on productivity? </a:t>
            </a:r>
          </a:p>
        </p:txBody>
      </p:sp>
      <p:sp>
        <p:nvSpPr>
          <p:cNvPr id="8" name="TextBox 7">
            <a:extLst>
              <a:ext uri="{FF2B5EF4-FFF2-40B4-BE49-F238E27FC236}">
                <a16:creationId xmlns:a16="http://schemas.microsoft.com/office/drawing/2014/main" id="{104BEB5A-E3D7-F8EC-129C-736B5C6F5543}"/>
              </a:ext>
            </a:extLst>
          </p:cNvPr>
          <p:cNvSpPr txBox="1"/>
          <p:nvPr/>
        </p:nvSpPr>
        <p:spPr>
          <a:xfrm>
            <a:off x="9852952" y="3879271"/>
            <a:ext cx="6606248" cy="1477328"/>
          </a:xfrm>
          <a:prstGeom prst="rect">
            <a:avLst/>
          </a:prstGeom>
          <a:noFill/>
        </p:spPr>
        <p:txBody>
          <a:bodyPr wrap="square" rtlCol="0">
            <a:spAutoFit/>
          </a:bodyPr>
          <a:lstStyle/>
          <a:p>
            <a:r>
              <a:rPr lang="en-US" sz="3000" dirty="0">
                <a:latin typeface="Aptos" panose="020B0004020202020204" pitchFamily="34" charset="0"/>
              </a:rPr>
              <a:t>(How) does topography shape the selection of state capitals in New England?</a:t>
            </a:r>
          </a:p>
        </p:txBody>
      </p:sp>
      <p:sp>
        <p:nvSpPr>
          <p:cNvPr id="9" name="TextBox 8">
            <a:extLst>
              <a:ext uri="{FF2B5EF4-FFF2-40B4-BE49-F238E27FC236}">
                <a16:creationId xmlns:a16="http://schemas.microsoft.com/office/drawing/2014/main" id="{1649A5FB-7FA4-2658-0D2B-ABDD7A2DA4AF}"/>
              </a:ext>
            </a:extLst>
          </p:cNvPr>
          <p:cNvSpPr txBox="1"/>
          <p:nvPr/>
        </p:nvSpPr>
        <p:spPr>
          <a:xfrm>
            <a:off x="9726037" y="5721696"/>
            <a:ext cx="4667014" cy="3785652"/>
          </a:xfrm>
          <a:prstGeom prst="rect">
            <a:avLst/>
          </a:prstGeom>
          <a:noFill/>
        </p:spPr>
        <p:txBody>
          <a:bodyPr wrap="square" rtlCol="0">
            <a:spAutoFit/>
          </a:bodyPr>
          <a:lstStyle/>
          <a:p>
            <a:r>
              <a:rPr lang="en-US" sz="3000" dirty="0">
                <a:latin typeface="Aptos" panose="020B0004020202020204" pitchFamily="34" charset="0"/>
              </a:rPr>
              <a:t>To what extent are people’s actions constrained by fear of sanction?*</a:t>
            </a:r>
          </a:p>
          <a:p>
            <a:endParaRPr lang="en-US" sz="3000" dirty="0">
              <a:latin typeface="Aptos" panose="020B0004020202020204" pitchFamily="34" charset="0"/>
            </a:endParaRPr>
          </a:p>
          <a:p>
            <a:r>
              <a:rPr lang="en-US" sz="3000" dirty="0">
                <a:latin typeface="Aptos" panose="020B0004020202020204" pitchFamily="34" charset="0"/>
              </a:rPr>
              <a:t>*Still hard to research, but more do-able (behavioral game?)</a:t>
            </a:r>
          </a:p>
        </p:txBody>
      </p:sp>
      <p:cxnSp>
        <p:nvCxnSpPr>
          <p:cNvPr id="11" name="Straight Arrow Connector 10">
            <a:extLst>
              <a:ext uri="{FF2B5EF4-FFF2-40B4-BE49-F238E27FC236}">
                <a16:creationId xmlns:a16="http://schemas.microsoft.com/office/drawing/2014/main" id="{0CDA4521-343B-07CB-CC0E-08B982B3FE62}"/>
              </a:ext>
            </a:extLst>
          </p:cNvPr>
          <p:cNvCxnSpPr>
            <a:cxnSpLocks/>
          </p:cNvCxnSpPr>
          <p:nvPr/>
        </p:nvCxnSpPr>
        <p:spPr>
          <a:xfrm flipV="1">
            <a:off x="6347953" y="3006342"/>
            <a:ext cx="3012178" cy="87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0C096FA-C057-66C5-B751-789705824AC0}"/>
              </a:ext>
            </a:extLst>
          </p:cNvPr>
          <p:cNvCxnSpPr>
            <a:cxnSpLocks/>
          </p:cNvCxnSpPr>
          <p:nvPr/>
        </p:nvCxnSpPr>
        <p:spPr>
          <a:xfrm flipV="1">
            <a:off x="6347953" y="4378332"/>
            <a:ext cx="3012178" cy="87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2E3413E-3E55-96B4-B3EB-3DA45C953481}"/>
              </a:ext>
            </a:extLst>
          </p:cNvPr>
          <p:cNvCxnSpPr>
            <a:cxnSpLocks/>
          </p:cNvCxnSpPr>
          <p:nvPr/>
        </p:nvCxnSpPr>
        <p:spPr>
          <a:xfrm flipV="1">
            <a:off x="6347953" y="6443640"/>
            <a:ext cx="3012178" cy="87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1392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p:bldP spid="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6">
          <a:extLst>
            <a:ext uri="{FF2B5EF4-FFF2-40B4-BE49-F238E27FC236}">
              <a16:creationId xmlns:a16="http://schemas.microsoft.com/office/drawing/2014/main" id="{738B4721-2263-D9D4-E077-99EB689872B4}"/>
            </a:ext>
          </a:extLst>
        </p:cNvPr>
        <p:cNvGrpSpPr/>
        <p:nvPr/>
      </p:nvGrpSpPr>
      <p:grpSpPr>
        <a:xfrm>
          <a:off x="0" y="0"/>
          <a:ext cx="0" cy="0"/>
          <a:chOff x="0" y="0"/>
          <a:chExt cx="0" cy="0"/>
        </a:xfrm>
      </p:grpSpPr>
      <p:sp>
        <p:nvSpPr>
          <p:cNvPr id="119" name="Google Shape;119;p23">
            <a:extLst>
              <a:ext uri="{FF2B5EF4-FFF2-40B4-BE49-F238E27FC236}">
                <a16:creationId xmlns:a16="http://schemas.microsoft.com/office/drawing/2014/main" id="{708D69AE-DBEE-9BF7-822B-EB109842D04F}"/>
              </a:ext>
            </a:extLst>
          </p:cNvPr>
          <p:cNvSpPr/>
          <p:nvPr/>
        </p:nvSpPr>
        <p:spPr>
          <a:xfrm>
            <a:off x="2766606" y="1950009"/>
            <a:ext cx="6287497" cy="938348"/>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endParaRPr lang="en-US"/>
          </a:p>
        </p:txBody>
      </p:sp>
      <p:sp>
        <p:nvSpPr>
          <p:cNvPr id="2" name="Google Shape;179;p31">
            <a:extLst>
              <a:ext uri="{FF2B5EF4-FFF2-40B4-BE49-F238E27FC236}">
                <a16:creationId xmlns:a16="http://schemas.microsoft.com/office/drawing/2014/main" id="{74682C0D-0C65-14B5-1CAD-F502AF4341F4}"/>
              </a:ext>
            </a:extLst>
          </p:cNvPr>
          <p:cNvSpPr txBox="1"/>
          <p:nvPr/>
        </p:nvSpPr>
        <p:spPr>
          <a:xfrm>
            <a:off x="1067421" y="3184826"/>
            <a:ext cx="14664600" cy="1938992"/>
          </a:xfrm>
          <a:prstGeom prst="rect">
            <a:avLst/>
          </a:prstGeom>
          <a:noFill/>
          <a:ln>
            <a:noFill/>
          </a:ln>
        </p:spPr>
        <p:txBody>
          <a:bodyPr spcFirstLastPara="1" wrap="square" lIns="0" tIns="0" rIns="0" bIns="0" anchor="t" anchorCtr="0">
            <a:spAutoFit/>
          </a:bodyPr>
          <a:lstStyle/>
          <a:p>
            <a:pPr marL="649858" lvl="3" indent="-324929">
              <a:lnSpc>
                <a:spcPct val="140013"/>
              </a:lnSpc>
              <a:buClr>
                <a:srgbClr val="12312B"/>
              </a:buClr>
              <a:buSzPts val="3009"/>
              <a:buFont typeface="Archivo Medium"/>
              <a:buChar char="•"/>
            </a:pPr>
            <a:r>
              <a:rPr lang="en-US" sz="3000" dirty="0">
                <a:solidFill>
                  <a:schemeClr val="tx2"/>
                </a:solidFill>
                <a:latin typeface="Aptos" panose="020B0004020202020204" pitchFamily="34" charset="0"/>
                <a:ea typeface="Archivo Medium"/>
                <a:cs typeface="Archivo Medium"/>
                <a:sym typeface="Archivo Medium"/>
              </a:rPr>
              <a:t>Can d</a:t>
            </a:r>
            <a:r>
              <a:rPr lang="en-US" sz="3000" i="0" u="none" strike="noStrike" cap="none" dirty="0">
                <a:solidFill>
                  <a:schemeClr val="tx2"/>
                </a:solidFill>
                <a:latin typeface="Aptos" panose="020B0004020202020204" pitchFamily="34" charset="0"/>
                <a:ea typeface="Archivo Medium"/>
                <a:cs typeface="Archivo Medium"/>
                <a:sym typeface="Archivo Medium"/>
              </a:rPr>
              <a:t>ep</a:t>
            </a:r>
            <a:r>
              <a:rPr lang="en-US" sz="3000" dirty="0">
                <a:solidFill>
                  <a:schemeClr val="tx2"/>
                </a:solidFill>
                <a:latin typeface="Aptos" panose="020B0004020202020204" pitchFamily="34" charset="0"/>
                <a:ea typeface="Archivo Medium"/>
                <a:cs typeface="Archivo Medium"/>
                <a:sym typeface="Archivo Medium"/>
              </a:rPr>
              <a:t>end on your discipline</a:t>
            </a:r>
            <a:endParaRPr lang="en-US" sz="3000" i="0" u="none" strike="noStrike" cap="none" dirty="0">
              <a:solidFill>
                <a:schemeClr val="tx2"/>
              </a:solidFill>
              <a:latin typeface="Aptos" panose="020B0004020202020204" pitchFamily="34" charset="0"/>
              <a:ea typeface="Archivo Medium"/>
              <a:cs typeface="Archivo Medium"/>
              <a:sym typeface="Archivo Medium"/>
            </a:endParaRPr>
          </a:p>
          <a:p>
            <a:pPr marL="649858" lvl="3" indent="-324929">
              <a:lnSpc>
                <a:spcPct val="140013"/>
              </a:lnSpc>
              <a:buClr>
                <a:srgbClr val="12312B"/>
              </a:buClr>
              <a:buSzPts val="3009"/>
              <a:buFont typeface="Archivo Medium"/>
              <a:buChar char="•"/>
            </a:pPr>
            <a:r>
              <a:rPr lang="en-US" sz="3000" dirty="0">
                <a:solidFill>
                  <a:schemeClr val="tx2"/>
                </a:solidFill>
                <a:latin typeface="Aptos" panose="020B0004020202020204" pitchFamily="34" charset="0"/>
                <a:ea typeface="Archivo Medium"/>
                <a:cs typeface="Archivo Medium"/>
                <a:sym typeface="Archivo Medium"/>
              </a:rPr>
              <a:t>Can depend on your research goal (descriptive vs. analytical vs. causal; inductive vs. deductive; etc.)</a:t>
            </a:r>
            <a:endParaRPr lang="en-US" sz="3000" i="0" u="none" strike="noStrike" cap="none" dirty="0">
              <a:solidFill>
                <a:schemeClr val="tx2"/>
              </a:solidFill>
              <a:latin typeface="Aptos" panose="020B0004020202020204" pitchFamily="34" charset="0"/>
              <a:ea typeface="Archivo Medium"/>
              <a:cs typeface="Archivo Medium"/>
              <a:sym typeface="Archivo Medium"/>
            </a:endParaRPr>
          </a:p>
        </p:txBody>
      </p:sp>
      <p:sp>
        <p:nvSpPr>
          <p:cNvPr id="3" name="Google Shape;178;p31">
            <a:extLst>
              <a:ext uri="{FF2B5EF4-FFF2-40B4-BE49-F238E27FC236}">
                <a16:creationId xmlns:a16="http://schemas.microsoft.com/office/drawing/2014/main" id="{FE07E40C-CB20-6ACF-4313-79FDA9A98DD2}"/>
              </a:ext>
            </a:extLst>
          </p:cNvPr>
          <p:cNvSpPr txBox="1"/>
          <p:nvPr/>
        </p:nvSpPr>
        <p:spPr>
          <a:xfrm>
            <a:off x="2912844" y="1126521"/>
            <a:ext cx="9146700" cy="1292662"/>
          </a:xfrm>
          <a:prstGeom prst="rect">
            <a:avLst/>
          </a:prstGeom>
          <a:noFill/>
          <a:ln>
            <a:noFill/>
          </a:ln>
        </p:spPr>
        <p:txBody>
          <a:bodyPr spcFirstLastPara="1" wrap="square" lIns="0" tIns="0" rIns="0" bIns="0" anchor="t" anchorCtr="0">
            <a:spAutoFit/>
          </a:bodyPr>
          <a:lstStyle/>
          <a:p>
            <a:pPr marL="0" marR="0" lvl="0" indent="0" algn="l" rtl="0">
              <a:lnSpc>
                <a:spcPct val="140007"/>
              </a:lnSpc>
              <a:spcBef>
                <a:spcPts val="0"/>
              </a:spcBef>
              <a:spcAft>
                <a:spcPts val="0"/>
              </a:spcAft>
              <a:buNone/>
            </a:pPr>
            <a:r>
              <a:rPr lang="en-US" sz="6000" dirty="0">
                <a:solidFill>
                  <a:srgbClr val="00693D"/>
                </a:solidFill>
                <a:latin typeface="Anton"/>
                <a:ea typeface="Anton"/>
                <a:cs typeface="Anton"/>
                <a:sym typeface="Anton"/>
              </a:rPr>
              <a:t>Caveats</a:t>
            </a:r>
            <a:endParaRPr lang="en-US" sz="6000" dirty="0">
              <a:latin typeface="Anton"/>
              <a:ea typeface="Anton"/>
              <a:cs typeface="Anton"/>
              <a:sym typeface="Anton"/>
            </a:endParaRPr>
          </a:p>
        </p:txBody>
      </p:sp>
    </p:spTree>
    <p:extLst>
      <p:ext uri="{BB962C8B-B14F-4D97-AF65-F5344CB8AC3E}">
        <p14:creationId xmlns:p14="http://schemas.microsoft.com/office/powerpoint/2010/main" val="4151656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0">
          <a:extLst>
            <a:ext uri="{FF2B5EF4-FFF2-40B4-BE49-F238E27FC236}">
              <a16:creationId xmlns:a16="http://schemas.microsoft.com/office/drawing/2014/main" id="{11CF4200-3FE4-C16A-6B82-F6BA73EE3DC0}"/>
            </a:ext>
          </a:extLst>
        </p:cNvPr>
        <p:cNvGrpSpPr/>
        <p:nvPr/>
      </p:nvGrpSpPr>
      <p:grpSpPr>
        <a:xfrm>
          <a:off x="0" y="0"/>
          <a:ext cx="0" cy="0"/>
          <a:chOff x="0" y="0"/>
          <a:chExt cx="0" cy="0"/>
        </a:xfrm>
      </p:grpSpPr>
      <p:sp>
        <p:nvSpPr>
          <p:cNvPr id="171" name="Google Shape;171;p30">
            <a:extLst>
              <a:ext uri="{FF2B5EF4-FFF2-40B4-BE49-F238E27FC236}">
                <a16:creationId xmlns:a16="http://schemas.microsoft.com/office/drawing/2014/main" id="{27946DFA-D05F-829C-10B1-DC330C20BD59}"/>
              </a:ext>
            </a:extLst>
          </p:cNvPr>
          <p:cNvSpPr txBox="1"/>
          <p:nvPr/>
        </p:nvSpPr>
        <p:spPr>
          <a:xfrm>
            <a:off x="2817074" y="2250180"/>
            <a:ext cx="12053455" cy="3535478"/>
          </a:xfrm>
          <a:prstGeom prst="rect">
            <a:avLst/>
          </a:prstGeom>
          <a:noFill/>
          <a:ln>
            <a:noFill/>
          </a:ln>
        </p:spPr>
        <p:txBody>
          <a:bodyPr spcFirstLastPara="1" wrap="square" lIns="0" tIns="0" rIns="0" bIns="0" anchor="t" anchorCtr="0">
            <a:spAutoFit/>
          </a:bodyPr>
          <a:lstStyle/>
          <a:p>
            <a:pPr marL="0" marR="0" lvl="0" indent="0" algn="l" rtl="0">
              <a:lnSpc>
                <a:spcPct val="139996"/>
              </a:lnSpc>
              <a:spcBef>
                <a:spcPts val="0"/>
              </a:spcBef>
              <a:spcAft>
                <a:spcPts val="0"/>
              </a:spcAft>
              <a:buNone/>
            </a:pPr>
            <a:r>
              <a:rPr lang="en-US" sz="8000" dirty="0">
                <a:solidFill>
                  <a:srgbClr val="A5D75F"/>
                </a:solidFill>
                <a:latin typeface="Anton"/>
                <a:ea typeface="Anton"/>
                <a:cs typeface="Anton"/>
                <a:sym typeface="Anton"/>
              </a:rPr>
              <a:t>STRATEGIES TO FORMULATE RESEARCH QUESTIONS</a:t>
            </a:r>
            <a:endParaRPr sz="8000" dirty="0">
              <a:solidFill>
                <a:srgbClr val="A5D75F"/>
              </a:solidFill>
              <a:latin typeface="Anton"/>
              <a:ea typeface="Anton"/>
              <a:cs typeface="Anton"/>
              <a:sym typeface="Anton"/>
            </a:endParaRPr>
          </a:p>
        </p:txBody>
      </p:sp>
      <p:sp>
        <p:nvSpPr>
          <p:cNvPr id="172" name="Google Shape;172;p30">
            <a:extLst>
              <a:ext uri="{FF2B5EF4-FFF2-40B4-BE49-F238E27FC236}">
                <a16:creationId xmlns:a16="http://schemas.microsoft.com/office/drawing/2014/main" id="{12E85DCB-08BF-56F7-990A-6148FF7188B2}"/>
              </a:ext>
            </a:extLst>
          </p:cNvPr>
          <p:cNvSpPr/>
          <p:nvPr/>
        </p:nvSpPr>
        <p:spPr>
          <a:xfrm>
            <a:off x="1606995" y="4940595"/>
            <a:ext cx="13863931" cy="1170589"/>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endParaRPr lang="en-US"/>
          </a:p>
        </p:txBody>
      </p:sp>
    </p:spTree>
    <p:extLst>
      <p:ext uri="{BB962C8B-B14F-4D97-AF65-F5344CB8AC3E}">
        <p14:creationId xmlns:p14="http://schemas.microsoft.com/office/powerpoint/2010/main" val="19863679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78;p31">
            <a:extLst>
              <a:ext uri="{FF2B5EF4-FFF2-40B4-BE49-F238E27FC236}">
                <a16:creationId xmlns:a16="http://schemas.microsoft.com/office/drawing/2014/main" id="{965AA989-56F4-CD38-2CA0-7CC7095D8567}"/>
              </a:ext>
            </a:extLst>
          </p:cNvPr>
          <p:cNvSpPr txBox="1"/>
          <p:nvPr/>
        </p:nvSpPr>
        <p:spPr>
          <a:xfrm>
            <a:off x="1383303" y="1736544"/>
            <a:ext cx="9146700" cy="1292662"/>
          </a:xfrm>
          <a:prstGeom prst="rect">
            <a:avLst/>
          </a:prstGeom>
          <a:noFill/>
          <a:ln>
            <a:noFill/>
          </a:ln>
        </p:spPr>
        <p:txBody>
          <a:bodyPr spcFirstLastPara="1" wrap="square" lIns="0" tIns="0" rIns="0" bIns="0" anchor="t" anchorCtr="0">
            <a:spAutoFit/>
          </a:bodyPr>
          <a:lstStyle/>
          <a:p>
            <a:pPr marL="0" marR="0" lvl="0" indent="0" algn="l" rtl="0">
              <a:lnSpc>
                <a:spcPct val="140007"/>
              </a:lnSpc>
              <a:spcBef>
                <a:spcPts val="0"/>
              </a:spcBef>
              <a:spcAft>
                <a:spcPts val="0"/>
              </a:spcAft>
              <a:buNone/>
            </a:pPr>
            <a:r>
              <a:rPr lang="en-US" sz="6000" dirty="0">
                <a:solidFill>
                  <a:srgbClr val="00693D"/>
                </a:solidFill>
                <a:latin typeface="Anton"/>
                <a:ea typeface="Anton"/>
                <a:cs typeface="Anton"/>
                <a:sym typeface="Anton"/>
              </a:rPr>
              <a:t>Turn to academic literature</a:t>
            </a:r>
            <a:endParaRPr lang="en-US" sz="6000" dirty="0">
              <a:latin typeface="Anton"/>
              <a:ea typeface="Anton"/>
              <a:cs typeface="Anton"/>
              <a:sym typeface="Anton"/>
            </a:endParaRPr>
          </a:p>
        </p:txBody>
      </p:sp>
      <p:sp>
        <p:nvSpPr>
          <p:cNvPr id="3" name="TextBox 2">
            <a:extLst>
              <a:ext uri="{FF2B5EF4-FFF2-40B4-BE49-F238E27FC236}">
                <a16:creationId xmlns:a16="http://schemas.microsoft.com/office/drawing/2014/main" id="{6F2A90A6-B0BB-F9B7-19A4-31FDFF9A8563}"/>
              </a:ext>
            </a:extLst>
          </p:cNvPr>
          <p:cNvSpPr txBox="1"/>
          <p:nvPr/>
        </p:nvSpPr>
        <p:spPr>
          <a:xfrm>
            <a:off x="1383303" y="2923913"/>
            <a:ext cx="13828988" cy="2400657"/>
          </a:xfrm>
          <a:prstGeom prst="rect">
            <a:avLst/>
          </a:prstGeom>
          <a:noFill/>
        </p:spPr>
        <p:txBody>
          <a:bodyPr wrap="square" rtlCol="0">
            <a:spAutoFit/>
          </a:bodyPr>
          <a:lstStyle/>
          <a:p>
            <a:r>
              <a:rPr lang="en-US" sz="3000" dirty="0">
                <a:latin typeface="Aptos" panose="020B0004020202020204" pitchFamily="34" charset="0"/>
              </a:rPr>
              <a:t>Create a research question practice! After every article/group of articles you read, think of three research questions that spring from your reading. </a:t>
            </a:r>
          </a:p>
          <a:p>
            <a:endParaRPr lang="en-US" sz="3000" dirty="0">
              <a:latin typeface="Aptos" panose="020B0004020202020204" pitchFamily="34" charset="0"/>
            </a:endParaRPr>
          </a:p>
          <a:p>
            <a:endParaRPr lang="en-US" sz="3000" dirty="0">
              <a:latin typeface="Aptos" panose="020B0004020202020204" pitchFamily="34" charset="0"/>
            </a:endParaRPr>
          </a:p>
          <a:p>
            <a:endParaRPr lang="en-US" sz="3000" dirty="0">
              <a:latin typeface="Aptos" panose="020B0004020202020204" pitchFamily="34" charset="0"/>
            </a:endParaRPr>
          </a:p>
        </p:txBody>
      </p:sp>
      <p:sp>
        <p:nvSpPr>
          <p:cNvPr id="5" name="TextBox 4">
            <a:extLst>
              <a:ext uri="{FF2B5EF4-FFF2-40B4-BE49-F238E27FC236}">
                <a16:creationId xmlns:a16="http://schemas.microsoft.com/office/drawing/2014/main" id="{52F3785F-1F84-241C-FA34-1E85EDA01F0F}"/>
              </a:ext>
            </a:extLst>
          </p:cNvPr>
          <p:cNvSpPr txBox="1"/>
          <p:nvPr/>
        </p:nvSpPr>
        <p:spPr>
          <a:xfrm>
            <a:off x="1383303" y="4705003"/>
            <a:ext cx="11338560" cy="3323987"/>
          </a:xfrm>
          <a:prstGeom prst="rect">
            <a:avLst/>
          </a:prstGeom>
          <a:noFill/>
        </p:spPr>
        <p:txBody>
          <a:bodyPr wrap="square" rtlCol="0">
            <a:spAutoFit/>
          </a:bodyPr>
          <a:lstStyle/>
          <a:p>
            <a:r>
              <a:rPr lang="en-US" sz="3000" dirty="0">
                <a:latin typeface="Aptos" panose="020B0004020202020204" pitchFamily="34" charset="0"/>
              </a:rPr>
              <a:t>Guiding questions:</a:t>
            </a:r>
          </a:p>
          <a:p>
            <a:pPr marL="457200" indent="-457200">
              <a:buFontTx/>
              <a:buChar char="-"/>
            </a:pPr>
            <a:r>
              <a:rPr lang="en-US" sz="3000" dirty="0">
                <a:latin typeface="Aptos" panose="020B0004020202020204" pitchFamily="34" charset="0"/>
              </a:rPr>
              <a:t>What remains unanswered by the article(s)? </a:t>
            </a:r>
          </a:p>
          <a:p>
            <a:pPr marL="457200" indent="-457200">
              <a:buFontTx/>
              <a:buChar char="-"/>
            </a:pPr>
            <a:r>
              <a:rPr lang="en-US" sz="3000" dirty="0">
                <a:latin typeface="Aptos" panose="020B0004020202020204" pitchFamily="34" charset="0"/>
              </a:rPr>
              <a:t>Do any tensions arise in the arguments and/or findings? What might explain those tensions?</a:t>
            </a:r>
          </a:p>
          <a:p>
            <a:pPr marL="457200" indent="-457200">
              <a:buFontTx/>
              <a:buChar char="-"/>
            </a:pPr>
            <a:r>
              <a:rPr lang="en-US" sz="3000" dirty="0">
                <a:latin typeface="Aptos" panose="020B0004020202020204" pitchFamily="34" charset="0"/>
              </a:rPr>
              <a:t>Do the findings run counter to something you’ve read/observed/know to be true? Why might that be?</a:t>
            </a:r>
          </a:p>
          <a:p>
            <a:endParaRPr lang="en-US" sz="3000" dirty="0"/>
          </a:p>
        </p:txBody>
      </p:sp>
    </p:spTree>
    <p:extLst>
      <p:ext uri="{BB962C8B-B14F-4D97-AF65-F5344CB8AC3E}">
        <p14:creationId xmlns:p14="http://schemas.microsoft.com/office/powerpoint/2010/main" val="2318304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07833A63-9CE9-A704-5A61-B690D2EF3599}"/>
            </a:ext>
          </a:extLst>
        </p:cNvPr>
        <p:cNvGrpSpPr/>
        <p:nvPr/>
      </p:nvGrpSpPr>
      <p:grpSpPr>
        <a:xfrm>
          <a:off x="0" y="0"/>
          <a:ext cx="0" cy="0"/>
          <a:chOff x="0" y="0"/>
          <a:chExt cx="0" cy="0"/>
        </a:xfrm>
      </p:grpSpPr>
      <p:sp>
        <p:nvSpPr>
          <p:cNvPr id="177" name="Google Shape;177;p31">
            <a:extLst>
              <a:ext uri="{FF2B5EF4-FFF2-40B4-BE49-F238E27FC236}">
                <a16:creationId xmlns:a16="http://schemas.microsoft.com/office/drawing/2014/main" id="{4C2999F5-2805-5158-A109-3D7E8653DBD1}"/>
              </a:ext>
            </a:extLst>
          </p:cNvPr>
          <p:cNvSpPr/>
          <p:nvPr/>
        </p:nvSpPr>
        <p:spPr>
          <a:xfrm>
            <a:off x="15521394" y="8659123"/>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3">
              <a:alphaModFix/>
            </a:blip>
            <a:stretch>
              <a:fillRect l="-29" r="-19"/>
            </a:stretch>
          </a:blipFill>
          <a:ln>
            <a:noFill/>
          </a:ln>
        </p:spPr>
        <p:txBody>
          <a:bodyPr/>
          <a:lstStyle/>
          <a:p>
            <a:endParaRPr lang="en-US"/>
          </a:p>
        </p:txBody>
      </p:sp>
      <p:sp>
        <p:nvSpPr>
          <p:cNvPr id="178" name="Google Shape;178;p31">
            <a:extLst>
              <a:ext uri="{FF2B5EF4-FFF2-40B4-BE49-F238E27FC236}">
                <a16:creationId xmlns:a16="http://schemas.microsoft.com/office/drawing/2014/main" id="{AD3C0689-CF9E-3AC3-385F-1344AE3E0FE2}"/>
              </a:ext>
            </a:extLst>
          </p:cNvPr>
          <p:cNvSpPr txBox="1"/>
          <p:nvPr/>
        </p:nvSpPr>
        <p:spPr>
          <a:xfrm>
            <a:off x="1383302" y="1736542"/>
            <a:ext cx="11418297" cy="1292662"/>
          </a:xfrm>
          <a:prstGeom prst="rect">
            <a:avLst/>
          </a:prstGeom>
          <a:noFill/>
          <a:ln>
            <a:noFill/>
          </a:ln>
        </p:spPr>
        <p:txBody>
          <a:bodyPr spcFirstLastPara="1" wrap="square" lIns="0" tIns="0" rIns="0" bIns="0" anchor="t" anchorCtr="0">
            <a:spAutoFit/>
          </a:bodyPr>
          <a:lstStyle/>
          <a:p>
            <a:pPr marL="0" marR="0" lvl="0" indent="0" algn="l" rtl="0">
              <a:lnSpc>
                <a:spcPct val="140007"/>
              </a:lnSpc>
              <a:spcBef>
                <a:spcPts val="0"/>
              </a:spcBef>
              <a:spcAft>
                <a:spcPts val="0"/>
              </a:spcAft>
              <a:buNone/>
            </a:pPr>
            <a:r>
              <a:rPr lang="en-US" sz="6000" dirty="0">
                <a:solidFill>
                  <a:srgbClr val="00693D"/>
                </a:solidFill>
                <a:latin typeface="Anton"/>
                <a:ea typeface="Anton"/>
                <a:cs typeface="Anton"/>
                <a:sym typeface="Anton"/>
              </a:rPr>
              <a:t>Mine news &amp; real-world observation</a:t>
            </a:r>
            <a:endParaRPr lang="en-US" sz="6000" dirty="0">
              <a:latin typeface="Anton"/>
              <a:ea typeface="Anton"/>
              <a:cs typeface="Anton"/>
              <a:sym typeface="Anton"/>
            </a:endParaRPr>
          </a:p>
        </p:txBody>
      </p:sp>
      <p:sp>
        <p:nvSpPr>
          <p:cNvPr id="5" name="TextBox 4">
            <a:extLst>
              <a:ext uri="{FF2B5EF4-FFF2-40B4-BE49-F238E27FC236}">
                <a16:creationId xmlns:a16="http://schemas.microsoft.com/office/drawing/2014/main" id="{79B005D5-1BD3-2A79-8956-F7E17EDA5A9B}"/>
              </a:ext>
            </a:extLst>
          </p:cNvPr>
          <p:cNvSpPr txBox="1"/>
          <p:nvPr/>
        </p:nvSpPr>
        <p:spPr>
          <a:xfrm>
            <a:off x="1211435" y="3049686"/>
            <a:ext cx="14309959" cy="6093976"/>
          </a:xfrm>
          <a:prstGeom prst="rect">
            <a:avLst/>
          </a:prstGeom>
          <a:noFill/>
        </p:spPr>
        <p:txBody>
          <a:bodyPr wrap="square">
            <a:spAutoFit/>
          </a:bodyPr>
          <a:lstStyle/>
          <a:p>
            <a:pPr lvl="3">
              <a:buClr>
                <a:srgbClr val="12312B"/>
              </a:buClr>
              <a:buSzPts val="3009"/>
            </a:pPr>
            <a:r>
              <a:rPr lang="en-US" sz="3000" dirty="0">
                <a:solidFill>
                  <a:schemeClr val="tx2"/>
                </a:solidFill>
                <a:latin typeface="Aptos" panose="020B0004020202020204" pitchFamily="34" charset="0"/>
                <a:ea typeface="Archivo Medium"/>
                <a:cs typeface="Archivo Medium"/>
                <a:sym typeface="Archivo Medium"/>
              </a:rPr>
              <a:t>Ask “why” and “how” questions about the world around you and about information you consume. </a:t>
            </a:r>
          </a:p>
          <a:p>
            <a:pPr lvl="3">
              <a:buClr>
                <a:srgbClr val="12312B"/>
              </a:buClr>
              <a:buSzPts val="3009"/>
            </a:pPr>
            <a:endParaRPr lang="en-US" sz="3000" dirty="0">
              <a:solidFill>
                <a:schemeClr val="tx2"/>
              </a:solidFill>
              <a:latin typeface="Aptos" panose="020B0004020202020204" pitchFamily="34" charset="0"/>
              <a:ea typeface="Archivo Medium"/>
              <a:cs typeface="Archivo Medium"/>
              <a:sym typeface="Archivo Medium"/>
            </a:endParaRPr>
          </a:p>
          <a:p>
            <a:pPr lvl="3">
              <a:buClr>
                <a:srgbClr val="12312B"/>
              </a:buClr>
              <a:buSzPts val="3009"/>
            </a:pPr>
            <a:r>
              <a:rPr lang="en-US" sz="3000" dirty="0">
                <a:solidFill>
                  <a:schemeClr val="tx2"/>
                </a:solidFill>
                <a:latin typeface="Aptos" panose="020B0004020202020204" pitchFamily="34" charset="0"/>
                <a:ea typeface="Archivo Medium"/>
                <a:cs typeface="Archivo Medium"/>
                <a:sym typeface="Archivo Medium"/>
              </a:rPr>
              <a:t>Read widely on your topic of interest and related topics– policy papers/evaluations, news articles, histories, etc.</a:t>
            </a:r>
          </a:p>
          <a:p>
            <a:pPr lvl="3">
              <a:buClr>
                <a:srgbClr val="12312B"/>
              </a:buClr>
              <a:buSzPts val="3009"/>
            </a:pPr>
            <a:endParaRPr lang="en-US" sz="3000" dirty="0">
              <a:solidFill>
                <a:schemeClr val="tx2"/>
              </a:solidFill>
              <a:latin typeface="Aptos" panose="020B0004020202020204" pitchFamily="34" charset="0"/>
              <a:ea typeface="Archivo Medium"/>
              <a:cs typeface="Archivo Medium"/>
              <a:sym typeface="Archivo Medium"/>
            </a:endParaRPr>
          </a:p>
          <a:p>
            <a:pPr lvl="3">
              <a:buClr>
                <a:srgbClr val="12312B"/>
              </a:buClr>
              <a:buSzPts val="3009"/>
            </a:pPr>
            <a:endParaRPr lang="en-US" sz="3000" dirty="0">
              <a:solidFill>
                <a:schemeClr val="tx2"/>
              </a:solidFill>
              <a:latin typeface="Aptos" panose="020B0004020202020204" pitchFamily="34" charset="0"/>
              <a:ea typeface="Archivo Medium"/>
              <a:cs typeface="Archivo Medium"/>
              <a:sym typeface="Archivo Medium"/>
            </a:endParaRPr>
          </a:p>
          <a:p>
            <a:pPr lvl="3">
              <a:buClr>
                <a:srgbClr val="12312B"/>
              </a:buClr>
              <a:buSzPts val="3009"/>
            </a:pPr>
            <a:r>
              <a:rPr lang="en-US" sz="3000" dirty="0">
                <a:solidFill>
                  <a:schemeClr val="tx2"/>
                </a:solidFill>
                <a:latin typeface="Aptos" panose="020B0004020202020204" pitchFamily="34" charset="0"/>
                <a:ea typeface="Archivo Medium"/>
                <a:cs typeface="Archivo Medium"/>
                <a:sym typeface="Archivo Medium"/>
              </a:rPr>
              <a:t>Guiding questions:</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How does this information relate to academic literature/convention on this topic?</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Does existing research give us tools to understand this? Why or why not?</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What am I curious about after reading/seeing this?</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Does this story/information fit into a broader pattern I’ve observed? How? Why?</a:t>
            </a:r>
          </a:p>
          <a:p>
            <a:pPr marL="457200" lvl="3" indent="-457200">
              <a:buClr>
                <a:srgbClr val="12312B"/>
              </a:buClr>
              <a:buSzPts val="3009"/>
              <a:buFontTx/>
              <a:buChar char="-"/>
            </a:pPr>
            <a:endParaRPr lang="en-US" sz="3000" dirty="0">
              <a:solidFill>
                <a:schemeClr val="tx2"/>
              </a:solidFill>
              <a:latin typeface="Aptos" panose="020B0004020202020204" pitchFamily="34" charset="0"/>
              <a:ea typeface="Archivo Medium"/>
              <a:cs typeface="Archivo Medium"/>
              <a:sym typeface="Archivo Medium"/>
            </a:endParaRPr>
          </a:p>
        </p:txBody>
      </p:sp>
    </p:spTree>
    <p:extLst>
      <p:ext uri="{BB962C8B-B14F-4D97-AF65-F5344CB8AC3E}">
        <p14:creationId xmlns:p14="http://schemas.microsoft.com/office/powerpoint/2010/main" val="649797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96F140F3-8608-858A-B24F-8466311E7BD7}"/>
            </a:ext>
          </a:extLst>
        </p:cNvPr>
        <p:cNvGrpSpPr/>
        <p:nvPr/>
      </p:nvGrpSpPr>
      <p:grpSpPr>
        <a:xfrm>
          <a:off x="0" y="0"/>
          <a:ext cx="0" cy="0"/>
          <a:chOff x="0" y="0"/>
          <a:chExt cx="0" cy="0"/>
        </a:xfrm>
      </p:grpSpPr>
      <p:sp>
        <p:nvSpPr>
          <p:cNvPr id="177" name="Google Shape;177;p31">
            <a:extLst>
              <a:ext uri="{FF2B5EF4-FFF2-40B4-BE49-F238E27FC236}">
                <a16:creationId xmlns:a16="http://schemas.microsoft.com/office/drawing/2014/main" id="{48BC1974-8A77-ED10-6F89-AC9E9A7FC76D}"/>
              </a:ext>
            </a:extLst>
          </p:cNvPr>
          <p:cNvSpPr/>
          <p:nvPr/>
        </p:nvSpPr>
        <p:spPr>
          <a:xfrm>
            <a:off x="15521394" y="8659123"/>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3">
              <a:alphaModFix/>
            </a:blip>
            <a:stretch>
              <a:fillRect l="-29" r="-19"/>
            </a:stretch>
          </a:blipFill>
          <a:ln>
            <a:noFill/>
          </a:ln>
        </p:spPr>
        <p:txBody>
          <a:bodyPr/>
          <a:lstStyle/>
          <a:p>
            <a:endParaRPr lang="en-US"/>
          </a:p>
        </p:txBody>
      </p:sp>
      <p:sp>
        <p:nvSpPr>
          <p:cNvPr id="5" name="TextBox 4">
            <a:extLst>
              <a:ext uri="{FF2B5EF4-FFF2-40B4-BE49-F238E27FC236}">
                <a16:creationId xmlns:a16="http://schemas.microsoft.com/office/drawing/2014/main" id="{3C35598E-7BFA-FB55-D89D-227740F85715}"/>
              </a:ext>
            </a:extLst>
          </p:cNvPr>
          <p:cNvSpPr txBox="1"/>
          <p:nvPr/>
        </p:nvSpPr>
        <p:spPr>
          <a:xfrm>
            <a:off x="1211435" y="3142019"/>
            <a:ext cx="14309959" cy="4247317"/>
          </a:xfrm>
          <a:prstGeom prst="rect">
            <a:avLst/>
          </a:prstGeom>
          <a:noFill/>
        </p:spPr>
        <p:txBody>
          <a:bodyPr wrap="square">
            <a:spAutoFit/>
          </a:bodyPr>
          <a:lstStyle/>
          <a:p>
            <a:pPr lvl="3">
              <a:buClr>
                <a:srgbClr val="12312B"/>
              </a:buClr>
              <a:buSzPts val="3009"/>
            </a:pPr>
            <a:r>
              <a:rPr lang="en-US" sz="3000" dirty="0">
                <a:solidFill>
                  <a:schemeClr val="tx2"/>
                </a:solidFill>
                <a:latin typeface="Aptos" panose="020B0004020202020204" pitchFamily="34" charset="0"/>
                <a:ea typeface="Archivo Medium"/>
                <a:cs typeface="Archivo Medium"/>
                <a:sym typeface="Archivo Medium"/>
              </a:rPr>
              <a:t>Brainstorming measures can help you get more specific about what you’re interested in.</a:t>
            </a:r>
          </a:p>
          <a:p>
            <a:pPr lvl="3">
              <a:buClr>
                <a:srgbClr val="12312B"/>
              </a:buClr>
              <a:buSzPts val="3009"/>
            </a:pPr>
            <a:endParaRPr lang="en-US" sz="3000" dirty="0">
              <a:solidFill>
                <a:schemeClr val="tx2"/>
              </a:solidFill>
              <a:latin typeface="Aptos" panose="020B0004020202020204" pitchFamily="34" charset="0"/>
              <a:ea typeface="Archivo Medium"/>
              <a:cs typeface="Archivo Medium"/>
              <a:sym typeface="Archivo Medium"/>
            </a:endParaRPr>
          </a:p>
          <a:p>
            <a:pPr lvl="3">
              <a:buClr>
                <a:srgbClr val="12312B"/>
              </a:buClr>
              <a:buSzPts val="3009"/>
            </a:pPr>
            <a:endParaRPr lang="en-US" sz="3000" dirty="0">
              <a:solidFill>
                <a:schemeClr val="tx2"/>
              </a:solidFill>
              <a:latin typeface="Aptos" panose="020B0004020202020204" pitchFamily="34" charset="0"/>
              <a:ea typeface="Archivo Medium"/>
              <a:cs typeface="Archivo Medium"/>
              <a:sym typeface="Archivo Medium"/>
            </a:endParaRPr>
          </a:p>
          <a:p>
            <a:pPr lvl="3">
              <a:buClr>
                <a:srgbClr val="12312B"/>
              </a:buClr>
              <a:buSzPts val="3009"/>
            </a:pPr>
            <a:r>
              <a:rPr lang="en-US" sz="3000" dirty="0">
                <a:solidFill>
                  <a:schemeClr val="tx2"/>
                </a:solidFill>
                <a:latin typeface="Aptos" panose="020B0004020202020204" pitchFamily="34" charset="0"/>
                <a:ea typeface="Archivo Medium"/>
                <a:cs typeface="Archivo Medium"/>
                <a:sym typeface="Archivo Medium"/>
              </a:rPr>
              <a:t>Guiding questions:</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How might you measure the concepts in your question?</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What type of data might be available/could you collect on these measures?</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If you don’t have the time or resources for original data collection, are there reasonable sources of data out there?</a:t>
            </a:r>
          </a:p>
        </p:txBody>
      </p:sp>
      <p:sp>
        <p:nvSpPr>
          <p:cNvPr id="2" name="Google Shape;118;p23">
            <a:extLst>
              <a:ext uri="{FF2B5EF4-FFF2-40B4-BE49-F238E27FC236}">
                <a16:creationId xmlns:a16="http://schemas.microsoft.com/office/drawing/2014/main" id="{D4869501-E08A-0375-497C-253E7AAEC2C5}"/>
              </a:ext>
            </a:extLst>
          </p:cNvPr>
          <p:cNvSpPr txBox="1"/>
          <p:nvPr/>
        </p:nvSpPr>
        <p:spPr>
          <a:xfrm>
            <a:off x="1211435" y="1605003"/>
            <a:ext cx="15262167" cy="1292662"/>
          </a:xfrm>
          <a:prstGeom prst="rect">
            <a:avLst/>
          </a:prstGeom>
          <a:noFill/>
          <a:ln>
            <a:noFill/>
          </a:ln>
        </p:spPr>
        <p:txBody>
          <a:bodyPr spcFirstLastPara="1" wrap="square" lIns="0" tIns="0" rIns="0" bIns="0" anchor="t" anchorCtr="0">
            <a:spAutoFit/>
          </a:bodyPr>
          <a:lstStyle/>
          <a:p>
            <a:pPr marL="0" marR="0" lvl="0" indent="0" algn="l" rtl="0">
              <a:lnSpc>
                <a:spcPct val="140008"/>
              </a:lnSpc>
              <a:spcBef>
                <a:spcPts val="0"/>
              </a:spcBef>
              <a:spcAft>
                <a:spcPts val="0"/>
              </a:spcAft>
              <a:buNone/>
            </a:pPr>
            <a:r>
              <a:rPr lang="en-US" sz="6000" dirty="0">
                <a:solidFill>
                  <a:srgbClr val="00693D"/>
                </a:solidFill>
                <a:latin typeface="Anton"/>
                <a:ea typeface="Anton"/>
                <a:cs typeface="Anton"/>
                <a:sym typeface="Anton"/>
              </a:rPr>
              <a:t>Think about measurement &amp; data</a:t>
            </a:r>
            <a:endParaRPr sz="6000" dirty="0">
              <a:solidFill>
                <a:srgbClr val="00693D"/>
              </a:solidFill>
              <a:latin typeface="Anton"/>
              <a:ea typeface="Anton"/>
              <a:cs typeface="Anton"/>
              <a:sym typeface="Anton"/>
            </a:endParaRPr>
          </a:p>
        </p:txBody>
      </p:sp>
    </p:spTree>
    <p:extLst>
      <p:ext uri="{BB962C8B-B14F-4D97-AF65-F5344CB8AC3E}">
        <p14:creationId xmlns:p14="http://schemas.microsoft.com/office/powerpoint/2010/main" val="2900795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6">
          <a:extLst>
            <a:ext uri="{FF2B5EF4-FFF2-40B4-BE49-F238E27FC236}">
              <a16:creationId xmlns:a16="http://schemas.microsoft.com/office/drawing/2014/main" id="{A88CF90F-9C68-C92F-2EDA-D5FDCDE06F4E}"/>
            </a:ext>
          </a:extLst>
        </p:cNvPr>
        <p:cNvGrpSpPr/>
        <p:nvPr/>
      </p:nvGrpSpPr>
      <p:grpSpPr>
        <a:xfrm>
          <a:off x="0" y="0"/>
          <a:ext cx="0" cy="0"/>
          <a:chOff x="0" y="0"/>
          <a:chExt cx="0" cy="0"/>
        </a:xfrm>
      </p:grpSpPr>
      <p:sp>
        <p:nvSpPr>
          <p:cNvPr id="118" name="Google Shape;118;p23">
            <a:extLst>
              <a:ext uri="{FF2B5EF4-FFF2-40B4-BE49-F238E27FC236}">
                <a16:creationId xmlns:a16="http://schemas.microsoft.com/office/drawing/2014/main" id="{6495841B-BF44-9EF5-E39C-59B3E8319922}"/>
              </a:ext>
            </a:extLst>
          </p:cNvPr>
          <p:cNvSpPr txBox="1"/>
          <p:nvPr/>
        </p:nvSpPr>
        <p:spPr>
          <a:xfrm>
            <a:off x="2360815" y="1010875"/>
            <a:ext cx="15262167" cy="1292662"/>
          </a:xfrm>
          <a:prstGeom prst="rect">
            <a:avLst/>
          </a:prstGeom>
          <a:noFill/>
          <a:ln>
            <a:noFill/>
          </a:ln>
        </p:spPr>
        <p:txBody>
          <a:bodyPr spcFirstLastPara="1" wrap="square" lIns="0" tIns="0" rIns="0" bIns="0" anchor="t" anchorCtr="0">
            <a:spAutoFit/>
          </a:bodyPr>
          <a:lstStyle/>
          <a:p>
            <a:pPr marL="0" marR="0" lvl="0" indent="0" algn="l" rtl="0">
              <a:lnSpc>
                <a:spcPct val="140008"/>
              </a:lnSpc>
              <a:spcBef>
                <a:spcPts val="0"/>
              </a:spcBef>
              <a:spcAft>
                <a:spcPts val="0"/>
              </a:spcAft>
              <a:buNone/>
            </a:pPr>
            <a:r>
              <a:rPr lang="en-US" sz="6000" dirty="0">
                <a:solidFill>
                  <a:srgbClr val="00693D"/>
                </a:solidFill>
                <a:latin typeface="Anton"/>
                <a:ea typeface="Anton"/>
                <a:cs typeface="Anton"/>
                <a:sym typeface="Anton"/>
              </a:rPr>
              <a:t>Imagine potential arguments</a:t>
            </a:r>
            <a:endParaRPr sz="6000" dirty="0">
              <a:solidFill>
                <a:srgbClr val="00693D"/>
              </a:solidFill>
              <a:latin typeface="Anton"/>
              <a:ea typeface="Anton"/>
              <a:cs typeface="Anton"/>
              <a:sym typeface="Anton"/>
            </a:endParaRPr>
          </a:p>
        </p:txBody>
      </p:sp>
      <p:sp>
        <p:nvSpPr>
          <p:cNvPr id="3" name="TextBox 2">
            <a:extLst>
              <a:ext uri="{FF2B5EF4-FFF2-40B4-BE49-F238E27FC236}">
                <a16:creationId xmlns:a16="http://schemas.microsoft.com/office/drawing/2014/main" id="{089EEC6B-9941-4BBE-BC0E-720EA9E8712D}"/>
              </a:ext>
            </a:extLst>
          </p:cNvPr>
          <p:cNvSpPr txBox="1"/>
          <p:nvPr/>
        </p:nvSpPr>
        <p:spPr>
          <a:xfrm>
            <a:off x="1144933" y="3132813"/>
            <a:ext cx="14309959" cy="3785652"/>
          </a:xfrm>
          <a:prstGeom prst="rect">
            <a:avLst/>
          </a:prstGeom>
          <a:noFill/>
        </p:spPr>
        <p:txBody>
          <a:bodyPr wrap="square">
            <a:spAutoFit/>
          </a:bodyPr>
          <a:lstStyle/>
          <a:p>
            <a:pPr lvl="3">
              <a:buClr>
                <a:srgbClr val="12312B"/>
              </a:buClr>
              <a:buSzPts val="3009"/>
            </a:pPr>
            <a:r>
              <a:rPr lang="en-US" sz="3000" dirty="0">
                <a:solidFill>
                  <a:schemeClr val="tx2"/>
                </a:solidFill>
                <a:latin typeface="Aptos" panose="020B0004020202020204" pitchFamily="34" charset="0"/>
                <a:ea typeface="Archivo Medium"/>
                <a:cs typeface="Archivo Medium"/>
                <a:sym typeface="Archivo Medium"/>
              </a:rPr>
              <a:t>The answer to a good research question requires an explanation, not just a yes or a no.</a:t>
            </a:r>
          </a:p>
          <a:p>
            <a:pPr lvl="3">
              <a:buClr>
                <a:srgbClr val="12312B"/>
              </a:buClr>
              <a:buSzPts val="3009"/>
            </a:pPr>
            <a:endParaRPr lang="en-US" sz="3000" dirty="0">
              <a:solidFill>
                <a:schemeClr val="tx2"/>
              </a:solidFill>
              <a:latin typeface="Aptos" panose="020B0004020202020204" pitchFamily="34" charset="0"/>
              <a:ea typeface="Archivo Medium"/>
              <a:cs typeface="Archivo Medium"/>
              <a:sym typeface="Archivo Medium"/>
            </a:endParaRPr>
          </a:p>
          <a:p>
            <a:pPr lvl="3">
              <a:buClr>
                <a:srgbClr val="12312B"/>
              </a:buClr>
              <a:buSzPts val="3009"/>
            </a:pPr>
            <a:r>
              <a:rPr lang="en-US" sz="3000" dirty="0">
                <a:solidFill>
                  <a:schemeClr val="tx2"/>
                </a:solidFill>
                <a:latin typeface="Aptos" panose="020B0004020202020204" pitchFamily="34" charset="0"/>
                <a:ea typeface="Archivo Medium"/>
                <a:cs typeface="Archivo Medium"/>
                <a:sym typeface="Archivo Medium"/>
              </a:rPr>
              <a:t>Guiding questions:</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What might your answer to your question be? </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What’s the reasoning behind that answer? What evidence could you draw on to back up your reasoning?</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Can you think of counter-arguments/alternative explanations?</a:t>
            </a:r>
          </a:p>
          <a:p>
            <a:pPr lvl="3">
              <a:buClr>
                <a:srgbClr val="12312B"/>
              </a:buClr>
              <a:buSzPts val="3009"/>
            </a:pPr>
            <a:endParaRPr lang="en-US" sz="3000" dirty="0">
              <a:solidFill>
                <a:schemeClr val="tx2"/>
              </a:solidFill>
              <a:latin typeface="Aptos" panose="020B0004020202020204" pitchFamily="34" charset="0"/>
              <a:ea typeface="Archivo Medium"/>
              <a:cs typeface="Archivo Medium"/>
              <a:sym typeface="Archivo Medium"/>
            </a:endParaRPr>
          </a:p>
        </p:txBody>
      </p:sp>
    </p:spTree>
    <p:extLst>
      <p:ext uri="{BB962C8B-B14F-4D97-AF65-F5344CB8AC3E}">
        <p14:creationId xmlns:p14="http://schemas.microsoft.com/office/powerpoint/2010/main" val="327888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0">
          <a:extLst>
            <a:ext uri="{FF2B5EF4-FFF2-40B4-BE49-F238E27FC236}">
              <a16:creationId xmlns:a16="http://schemas.microsoft.com/office/drawing/2014/main" id="{C462BCC4-E66A-4FEF-F581-0FDFE3AB8303}"/>
            </a:ext>
          </a:extLst>
        </p:cNvPr>
        <p:cNvGrpSpPr/>
        <p:nvPr/>
      </p:nvGrpSpPr>
      <p:grpSpPr>
        <a:xfrm>
          <a:off x="0" y="0"/>
          <a:ext cx="0" cy="0"/>
          <a:chOff x="0" y="0"/>
          <a:chExt cx="0" cy="0"/>
        </a:xfrm>
      </p:grpSpPr>
      <p:sp>
        <p:nvSpPr>
          <p:cNvPr id="171" name="Google Shape;171;p30">
            <a:extLst>
              <a:ext uri="{FF2B5EF4-FFF2-40B4-BE49-F238E27FC236}">
                <a16:creationId xmlns:a16="http://schemas.microsoft.com/office/drawing/2014/main" id="{440300C8-27E0-BAE3-74CC-CC4CAFCA8E56}"/>
              </a:ext>
            </a:extLst>
          </p:cNvPr>
          <p:cNvSpPr txBox="1"/>
          <p:nvPr/>
        </p:nvSpPr>
        <p:spPr>
          <a:xfrm>
            <a:off x="2512232" y="3663344"/>
            <a:ext cx="12053455" cy="1723549"/>
          </a:xfrm>
          <a:prstGeom prst="rect">
            <a:avLst/>
          </a:prstGeom>
          <a:noFill/>
          <a:ln>
            <a:noFill/>
          </a:ln>
        </p:spPr>
        <p:txBody>
          <a:bodyPr spcFirstLastPara="1" wrap="square" lIns="0" tIns="0" rIns="0" bIns="0" anchor="t" anchorCtr="0">
            <a:spAutoFit/>
          </a:bodyPr>
          <a:lstStyle/>
          <a:p>
            <a:pPr marL="0" marR="0" lvl="0" indent="0" algn="l" rtl="0">
              <a:lnSpc>
                <a:spcPct val="139996"/>
              </a:lnSpc>
              <a:spcBef>
                <a:spcPts val="0"/>
              </a:spcBef>
              <a:spcAft>
                <a:spcPts val="0"/>
              </a:spcAft>
              <a:buNone/>
            </a:pPr>
            <a:r>
              <a:rPr lang="en-US" sz="8000" dirty="0">
                <a:solidFill>
                  <a:srgbClr val="A5D75F"/>
                </a:solidFill>
                <a:latin typeface="Anton"/>
                <a:ea typeface="Anton"/>
                <a:cs typeface="Anton"/>
                <a:sym typeface="Anton"/>
              </a:rPr>
              <a:t>BACK TO TRAINS!</a:t>
            </a:r>
            <a:endParaRPr sz="8000" dirty="0">
              <a:solidFill>
                <a:srgbClr val="A5D75F"/>
              </a:solidFill>
              <a:latin typeface="Anton"/>
              <a:ea typeface="Anton"/>
              <a:cs typeface="Anton"/>
              <a:sym typeface="Anton"/>
            </a:endParaRPr>
          </a:p>
        </p:txBody>
      </p:sp>
      <p:sp>
        <p:nvSpPr>
          <p:cNvPr id="172" name="Google Shape;172;p30">
            <a:extLst>
              <a:ext uri="{FF2B5EF4-FFF2-40B4-BE49-F238E27FC236}">
                <a16:creationId xmlns:a16="http://schemas.microsoft.com/office/drawing/2014/main" id="{4150E599-8410-09FF-2FF5-5CACC466B242}"/>
              </a:ext>
            </a:extLst>
          </p:cNvPr>
          <p:cNvSpPr/>
          <p:nvPr/>
        </p:nvSpPr>
        <p:spPr>
          <a:xfrm>
            <a:off x="1606995" y="4940595"/>
            <a:ext cx="13863931" cy="1170589"/>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endParaRPr lang="en-US"/>
          </a:p>
        </p:txBody>
      </p:sp>
    </p:spTree>
    <p:extLst>
      <p:ext uri="{BB962C8B-B14F-4D97-AF65-F5344CB8AC3E}">
        <p14:creationId xmlns:p14="http://schemas.microsoft.com/office/powerpoint/2010/main" val="15440960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0">
          <a:extLst>
            <a:ext uri="{FF2B5EF4-FFF2-40B4-BE49-F238E27FC236}">
              <a16:creationId xmlns:a16="http://schemas.microsoft.com/office/drawing/2014/main" id="{9282BFA6-C99A-9EB6-9F8C-7646A4CD03EC}"/>
            </a:ext>
          </a:extLst>
        </p:cNvPr>
        <p:cNvGrpSpPr/>
        <p:nvPr/>
      </p:nvGrpSpPr>
      <p:grpSpPr>
        <a:xfrm>
          <a:off x="0" y="0"/>
          <a:ext cx="0" cy="0"/>
          <a:chOff x="0" y="0"/>
          <a:chExt cx="0" cy="0"/>
        </a:xfrm>
      </p:grpSpPr>
      <p:sp>
        <p:nvSpPr>
          <p:cNvPr id="171" name="Google Shape;171;p30">
            <a:extLst>
              <a:ext uri="{FF2B5EF4-FFF2-40B4-BE49-F238E27FC236}">
                <a16:creationId xmlns:a16="http://schemas.microsoft.com/office/drawing/2014/main" id="{4903ED13-DA9C-4A1C-1071-0DF830C10AD7}"/>
              </a:ext>
            </a:extLst>
          </p:cNvPr>
          <p:cNvSpPr txBox="1"/>
          <p:nvPr/>
        </p:nvSpPr>
        <p:spPr>
          <a:xfrm>
            <a:off x="2512232" y="3663344"/>
            <a:ext cx="12053455" cy="1723549"/>
          </a:xfrm>
          <a:prstGeom prst="rect">
            <a:avLst/>
          </a:prstGeom>
          <a:noFill/>
          <a:ln>
            <a:noFill/>
          </a:ln>
        </p:spPr>
        <p:txBody>
          <a:bodyPr spcFirstLastPara="1" wrap="square" lIns="0" tIns="0" rIns="0" bIns="0" anchor="t" anchorCtr="0">
            <a:spAutoFit/>
          </a:bodyPr>
          <a:lstStyle/>
          <a:p>
            <a:pPr marL="0" marR="0" lvl="0" indent="0" algn="l" rtl="0">
              <a:lnSpc>
                <a:spcPct val="139996"/>
              </a:lnSpc>
              <a:spcBef>
                <a:spcPts val="0"/>
              </a:spcBef>
              <a:spcAft>
                <a:spcPts val="0"/>
              </a:spcAft>
              <a:buNone/>
            </a:pPr>
            <a:r>
              <a:rPr lang="en-US" sz="8000" dirty="0">
                <a:solidFill>
                  <a:srgbClr val="A5D75F"/>
                </a:solidFill>
                <a:latin typeface="Anton"/>
                <a:ea typeface="Anton"/>
                <a:cs typeface="Anton"/>
                <a:sym typeface="Anton"/>
              </a:rPr>
              <a:t>QUESTIONS?</a:t>
            </a:r>
            <a:endParaRPr sz="8000" dirty="0">
              <a:solidFill>
                <a:srgbClr val="A5D75F"/>
              </a:solidFill>
              <a:latin typeface="Anton"/>
              <a:ea typeface="Anton"/>
              <a:cs typeface="Anton"/>
              <a:sym typeface="Anton"/>
            </a:endParaRPr>
          </a:p>
        </p:txBody>
      </p:sp>
      <p:sp>
        <p:nvSpPr>
          <p:cNvPr id="172" name="Google Shape;172;p30">
            <a:extLst>
              <a:ext uri="{FF2B5EF4-FFF2-40B4-BE49-F238E27FC236}">
                <a16:creationId xmlns:a16="http://schemas.microsoft.com/office/drawing/2014/main" id="{F7D37373-2451-7163-1999-DC691940B834}"/>
              </a:ext>
            </a:extLst>
          </p:cNvPr>
          <p:cNvSpPr/>
          <p:nvPr/>
        </p:nvSpPr>
        <p:spPr>
          <a:xfrm>
            <a:off x="1606995" y="4940595"/>
            <a:ext cx="13863931" cy="1170589"/>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endParaRPr lang="en-US"/>
          </a:p>
        </p:txBody>
      </p:sp>
    </p:spTree>
    <p:extLst>
      <p:ext uri="{BB962C8B-B14F-4D97-AF65-F5344CB8AC3E}">
        <p14:creationId xmlns:p14="http://schemas.microsoft.com/office/powerpoint/2010/main" val="3205163701"/>
      </p:ext>
    </p:extLst>
  </p:cSld>
  <p:clrMapOvr>
    <a:masterClrMapping/>
  </p:clrMapOvr>
</p:sld>
</file>

<file path=ppt/theme/theme1.xml><?xml version="1.0" encoding="utf-8"?>
<a:theme xmlns:a="http://schemas.openxmlformats.org/drawingml/2006/main" name="DLVI theme 1">
  <a:themeElements>
    <a:clrScheme name="Office">
      <a:dk1>
        <a:srgbClr val="12312B"/>
      </a:dk1>
      <a:lt1>
        <a:srgbClr val="FFFFFF"/>
      </a:lt1>
      <a:dk2>
        <a:srgbClr val="00693D"/>
      </a:dk2>
      <a:lt2>
        <a:srgbClr val="000000"/>
      </a:lt2>
      <a:accent1>
        <a:srgbClr val="A5D75F"/>
      </a:accent1>
      <a:accent2>
        <a:srgbClr val="00693D"/>
      </a:accent2>
      <a:accent3>
        <a:srgbClr val="12312B"/>
      </a:accent3>
      <a:accent4>
        <a:srgbClr val="C3E7FF"/>
      </a:accent4>
      <a:accent5>
        <a:srgbClr val="F5DC69"/>
      </a:accent5>
      <a:accent6>
        <a:srgbClr val="FFFFFF"/>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5275</TotalTime>
  <Words>670</Words>
  <Application>Microsoft Macintosh PowerPoint</Application>
  <PresentationFormat>Custom</PresentationFormat>
  <Paragraphs>76</Paragraphs>
  <Slides>16</Slides>
  <Notes>16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vt:i4>
      </vt:variant>
    </vt:vector>
  </HeadingPairs>
  <TitlesOfParts>
    <vt:vector size="25" baseType="lpstr">
      <vt:lpstr>Archivo SemiBold</vt:lpstr>
      <vt:lpstr>Archivo ExtraBold</vt:lpstr>
      <vt:lpstr>Anton</vt:lpstr>
      <vt:lpstr>Calibri</vt:lpstr>
      <vt:lpstr>Aptos</vt:lpstr>
      <vt:lpstr>Arial</vt:lpstr>
      <vt:lpstr>Archivo Medium</vt:lpstr>
      <vt:lpstr>Archivo</vt:lpstr>
      <vt:lpstr>DLVI theme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Emily H. Myers</cp:lastModifiedBy>
  <cp:revision>25</cp:revision>
  <dcterms:modified xsi:type="dcterms:W3CDTF">2026-08-25T15:29:26Z</dcterms:modified>
</cp:coreProperties>
</file>