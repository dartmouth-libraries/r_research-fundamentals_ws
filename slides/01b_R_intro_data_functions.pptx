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17D_7DC4E0F5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22"/>
  </p:notesMasterIdLst>
  <p:sldIdLst>
    <p:sldId id="299" r:id="rId2"/>
    <p:sldId id="272" r:id="rId3"/>
    <p:sldId id="378" r:id="rId4"/>
    <p:sldId id="382" r:id="rId5"/>
    <p:sldId id="375" r:id="rId6"/>
    <p:sldId id="394" r:id="rId7"/>
    <p:sldId id="393" r:id="rId8"/>
    <p:sldId id="392" r:id="rId9"/>
    <p:sldId id="384" r:id="rId10"/>
    <p:sldId id="385" r:id="rId11"/>
    <p:sldId id="387" r:id="rId12"/>
    <p:sldId id="265" r:id="rId13"/>
    <p:sldId id="386" r:id="rId14"/>
    <p:sldId id="389" r:id="rId15"/>
    <p:sldId id="388" r:id="rId16"/>
    <p:sldId id="390" r:id="rId17"/>
    <p:sldId id="391" r:id="rId18"/>
    <p:sldId id="380" r:id="rId19"/>
    <p:sldId id="395" r:id="rId20"/>
    <p:sldId id="3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D1CE9B-DF25-4FEC-06DE-212637DD9CB8}" name="Katie Owers Bonner" initials="KO" userId="S::f008496@dartmouth.edu::031be739-2ca3-49bb-9134-32c5274b02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9" autoAdjust="0"/>
    <p:restoredTop sz="94164" autoAdjust="0"/>
  </p:normalViewPr>
  <p:slideViewPr>
    <p:cSldViewPr snapToGrid="0">
      <p:cViewPr varScale="1">
        <p:scale>
          <a:sx n="149" d="100"/>
          <a:sy n="149" d="100"/>
        </p:scale>
        <p:origin x="112" y="1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ie Owers Bonner" userId="031be739-2ca3-49bb-9134-32c5274b029d" providerId="ADAL" clId="{A2AFF3C0-B35D-4D35-896C-645D8DA4EEB0}"/>
    <pc:docChg chg="undo custSel addSld delSld modSld sldOrd modMainMaster">
      <pc:chgData name="Katie Owers Bonner" userId="031be739-2ca3-49bb-9134-32c5274b029d" providerId="ADAL" clId="{A2AFF3C0-B35D-4D35-896C-645D8DA4EEB0}" dt="2026-08-31T13:48:03.169" v="756"/>
      <pc:docMkLst>
        <pc:docMk/>
      </pc:docMkLst>
      <pc:sldChg chg="ord">
        <pc:chgData name="Katie Owers Bonner" userId="031be739-2ca3-49bb-9134-32c5274b029d" providerId="ADAL" clId="{A2AFF3C0-B35D-4D35-896C-645D8DA4EEB0}" dt="2026-08-31T13:47:54.374" v="754"/>
        <pc:sldMkLst>
          <pc:docMk/>
          <pc:sldMk cId="0" sldId="265"/>
        </pc:sldMkLst>
      </pc:sldChg>
      <pc:sldChg chg="addSp delSp modSp mod">
        <pc:chgData name="Katie Owers Bonner" userId="031be739-2ca3-49bb-9134-32c5274b029d" providerId="ADAL" clId="{A2AFF3C0-B35D-4D35-896C-645D8DA4EEB0}" dt="2026-08-31T13:20:09.779" v="710" actId="20577"/>
        <pc:sldMkLst>
          <pc:docMk/>
          <pc:sldMk cId="4126705857" sldId="272"/>
        </pc:sldMkLst>
        <pc:spChg chg="add mod">
          <ac:chgData name="Katie Owers Bonner" userId="031be739-2ca3-49bb-9134-32c5274b029d" providerId="ADAL" clId="{A2AFF3C0-B35D-4D35-896C-645D8DA4EEB0}" dt="2026-08-25T19:58:32.383" v="699" actId="1076"/>
          <ac:spMkLst>
            <pc:docMk/>
            <pc:sldMk cId="4126705857" sldId="272"/>
            <ac:spMk id="5" creationId="{2F766A47-3969-77CD-137A-C419CA6CE80D}"/>
          </ac:spMkLst>
        </pc:spChg>
        <pc:spChg chg="add mod">
          <ac:chgData name="Katie Owers Bonner" userId="031be739-2ca3-49bb-9134-32c5274b029d" providerId="ADAL" clId="{A2AFF3C0-B35D-4D35-896C-645D8DA4EEB0}" dt="2026-08-31T13:20:09.779" v="710" actId="20577"/>
          <ac:spMkLst>
            <pc:docMk/>
            <pc:sldMk cId="4126705857" sldId="272"/>
            <ac:spMk id="7" creationId="{0BD0F876-354A-1447-6FF7-4602EAD3B654}"/>
          </ac:spMkLst>
        </pc:spChg>
        <pc:spChg chg="mod">
          <ac:chgData name="Katie Owers Bonner" userId="031be739-2ca3-49bb-9134-32c5274b029d" providerId="ADAL" clId="{A2AFF3C0-B35D-4D35-896C-645D8DA4EEB0}" dt="2026-08-25T14:41:03.934" v="237" actId="20577"/>
          <ac:spMkLst>
            <pc:docMk/>
            <pc:sldMk cId="4126705857" sldId="272"/>
            <ac:spMk id="141" creationId="{E1BF5683-D6F4-7C8F-FD88-A6220438308F}"/>
          </ac:spMkLst>
        </pc:spChg>
        <pc:spChg chg="mod">
          <ac:chgData name="Katie Owers Bonner" userId="031be739-2ca3-49bb-9134-32c5274b029d" providerId="ADAL" clId="{A2AFF3C0-B35D-4D35-896C-645D8DA4EEB0}" dt="2026-08-31T13:20:07.936" v="709" actId="20577"/>
          <ac:spMkLst>
            <pc:docMk/>
            <pc:sldMk cId="4126705857" sldId="272"/>
            <ac:spMk id="142" creationId="{1F33F10C-E37B-AAC3-E67B-2ECA203B4738}"/>
          </ac:spMkLst>
        </pc:spChg>
      </pc:sldChg>
      <pc:sldChg chg="addSp delSp modSp mod modClrScheme chgLayout modNotesTx">
        <pc:chgData name="Katie Owers Bonner" userId="031be739-2ca3-49bb-9134-32c5274b029d" providerId="ADAL" clId="{A2AFF3C0-B35D-4D35-896C-645D8DA4EEB0}" dt="2026-08-31T13:19:56.978" v="708" actId="20577"/>
        <pc:sldMkLst>
          <pc:docMk/>
          <pc:sldMk cId="0" sldId="299"/>
        </pc:sldMkLst>
        <pc:spChg chg="add del mod ord">
          <ac:chgData name="Katie Owers Bonner" userId="031be739-2ca3-49bb-9134-32c5274b029d" providerId="ADAL" clId="{A2AFF3C0-B35D-4D35-896C-645D8DA4EEB0}" dt="2026-08-31T13:19:51.110" v="706" actId="478"/>
          <ac:spMkLst>
            <pc:docMk/>
            <pc:sldMk cId="0" sldId="299"/>
            <ac:spMk id="2" creationId="{10D864A0-29D1-B24E-39E2-A54EEE7755F3}"/>
          </ac:spMkLst>
        </pc:spChg>
        <pc:spChg chg="add del mod ord">
          <ac:chgData name="Katie Owers Bonner" userId="031be739-2ca3-49bb-9134-32c5274b029d" providerId="ADAL" clId="{A2AFF3C0-B35D-4D35-896C-645D8DA4EEB0}" dt="2026-08-31T13:19:53.484" v="707" actId="478"/>
          <ac:spMkLst>
            <pc:docMk/>
            <pc:sldMk cId="0" sldId="299"/>
            <ac:spMk id="3" creationId="{898596A4-BFFF-78E2-254B-0357E1D7BFD4}"/>
          </ac:spMkLst>
        </pc:spChg>
        <pc:spChg chg="mod">
          <ac:chgData name="Katie Owers Bonner" userId="031be739-2ca3-49bb-9134-32c5274b029d" providerId="ADAL" clId="{A2AFF3C0-B35D-4D35-896C-645D8DA4EEB0}" dt="2026-08-25T14:38:43.437" v="27"/>
          <ac:spMkLst>
            <pc:docMk/>
            <pc:sldMk cId="0" sldId="299"/>
            <ac:spMk id="109" creationId="{00000000-0000-0000-0000-000000000000}"/>
          </ac:spMkLst>
        </pc:spChg>
        <pc:spChg chg="mod">
          <ac:chgData name="Katie Owers Bonner" userId="031be739-2ca3-49bb-9134-32c5274b029d" providerId="ADAL" clId="{A2AFF3C0-B35D-4D35-896C-645D8DA4EEB0}" dt="2026-08-25T14:38:46.786" v="28" actId="1076"/>
          <ac:spMkLst>
            <pc:docMk/>
            <pc:sldMk cId="0" sldId="299"/>
            <ac:spMk id="112" creationId="{00000000-0000-0000-0000-000000000000}"/>
          </ac:spMkLst>
        </pc:spChg>
      </pc:sldChg>
      <pc:sldChg chg="modSp add mod ord addAnim delAnim modAnim">
        <pc:chgData name="Katie Owers Bonner" userId="031be739-2ca3-49bb-9134-32c5274b029d" providerId="ADAL" clId="{A2AFF3C0-B35D-4D35-896C-645D8DA4EEB0}" dt="2026-08-25T20:01:18.352" v="703" actId="21"/>
        <pc:sldMkLst>
          <pc:docMk/>
          <pc:sldMk cId="562143459" sldId="375"/>
        </pc:sldMkLst>
        <pc:spChg chg="mod">
          <ac:chgData name="Katie Owers Bonner" userId="031be739-2ca3-49bb-9134-32c5274b029d" providerId="ADAL" clId="{A2AFF3C0-B35D-4D35-896C-645D8DA4EEB0}" dt="2026-08-25T20:01:18.352" v="703" actId="21"/>
          <ac:spMkLst>
            <pc:docMk/>
            <pc:sldMk cId="562143459" sldId="375"/>
            <ac:spMk id="142" creationId="{7DE38FC9-F588-DB16-DEF4-9A064F0868BD}"/>
          </ac:spMkLst>
        </pc:spChg>
      </pc:sldChg>
      <pc:sldChg chg="modSp add del mod ord">
        <pc:chgData name="Katie Owers Bonner" userId="031be739-2ca3-49bb-9134-32c5274b029d" providerId="ADAL" clId="{A2AFF3C0-B35D-4D35-896C-645D8DA4EEB0}" dt="2026-08-25T14:43:37.735" v="326"/>
        <pc:sldMkLst>
          <pc:docMk/>
          <pc:sldMk cId="3232213593" sldId="378"/>
        </pc:sldMkLst>
        <pc:spChg chg="mod">
          <ac:chgData name="Katie Owers Bonner" userId="031be739-2ca3-49bb-9134-32c5274b029d" providerId="ADAL" clId="{A2AFF3C0-B35D-4D35-896C-645D8DA4EEB0}" dt="2026-08-25T14:43:11.738" v="317" actId="6549"/>
          <ac:spMkLst>
            <pc:docMk/>
            <pc:sldMk cId="3232213593" sldId="378"/>
            <ac:spMk id="134" creationId="{FEA38807-BE59-A68E-0EEB-A887423F4006}"/>
          </ac:spMkLst>
        </pc:spChg>
        <pc:spChg chg="mod">
          <ac:chgData name="Katie Owers Bonner" userId="031be739-2ca3-49bb-9134-32c5274b029d" providerId="ADAL" clId="{A2AFF3C0-B35D-4D35-896C-645D8DA4EEB0}" dt="2026-08-25T14:43:17.047" v="318" actId="14100"/>
          <ac:spMkLst>
            <pc:docMk/>
            <pc:sldMk cId="3232213593" sldId="378"/>
            <ac:spMk id="135" creationId="{1BA0CAB5-CDA3-72FC-D287-AB3FF896BC57}"/>
          </ac:spMkLst>
        </pc:spChg>
      </pc:sldChg>
      <pc:sldChg chg="add del">
        <pc:chgData name="Katie Owers Bonner" userId="031be739-2ca3-49bb-9134-32c5274b029d" providerId="ADAL" clId="{A2AFF3C0-B35D-4D35-896C-645D8DA4EEB0}" dt="2026-08-25T14:31:00.813" v="13" actId="47"/>
        <pc:sldMkLst>
          <pc:docMk/>
          <pc:sldMk cId="2135785689" sldId="380"/>
        </pc:sldMkLst>
      </pc:sldChg>
      <pc:sldChg chg="add">
        <pc:chgData name="Katie Owers Bonner" userId="031be739-2ca3-49bb-9134-32c5274b029d" providerId="ADAL" clId="{A2AFF3C0-B35D-4D35-896C-645D8DA4EEB0}" dt="2026-08-25T19:57:03.918" v="698"/>
        <pc:sldMkLst>
          <pc:docMk/>
          <pc:sldMk cId="2110054645" sldId="381"/>
        </pc:sldMkLst>
      </pc:sldChg>
      <pc:sldChg chg="add">
        <pc:chgData name="Katie Owers Bonner" userId="031be739-2ca3-49bb-9134-32c5274b029d" providerId="ADAL" clId="{A2AFF3C0-B35D-4D35-896C-645D8DA4EEB0}" dt="2026-08-25T20:00:12.452" v="701"/>
        <pc:sldMkLst>
          <pc:docMk/>
          <pc:sldMk cId="1682775875" sldId="382"/>
        </pc:sldMkLst>
      </pc:sldChg>
      <pc:sldChg chg="modSp mod">
        <pc:chgData name="Katie Owers Bonner" userId="031be739-2ca3-49bb-9134-32c5274b029d" providerId="ADAL" clId="{A2AFF3C0-B35D-4D35-896C-645D8DA4EEB0}" dt="2026-08-31T13:37:26.869" v="752" actId="6549"/>
        <pc:sldMkLst>
          <pc:docMk/>
          <pc:sldMk cId="1004716227" sldId="384"/>
        </pc:sldMkLst>
        <pc:spChg chg="mod">
          <ac:chgData name="Katie Owers Bonner" userId="031be739-2ca3-49bb-9134-32c5274b029d" providerId="ADAL" clId="{A2AFF3C0-B35D-4D35-896C-645D8DA4EEB0}" dt="2026-08-25T14:42:36.600" v="275" actId="20577"/>
          <ac:spMkLst>
            <pc:docMk/>
            <pc:sldMk cId="1004716227" sldId="384"/>
            <ac:spMk id="410" creationId="{56E0C99F-CD6A-56C9-69D8-9A0ACFD8D8BA}"/>
          </ac:spMkLst>
        </pc:spChg>
        <pc:spChg chg="mod">
          <ac:chgData name="Katie Owers Bonner" userId="031be739-2ca3-49bb-9134-32c5274b029d" providerId="ADAL" clId="{A2AFF3C0-B35D-4D35-896C-645D8DA4EEB0}" dt="2026-08-31T13:37:26.869" v="752" actId="6549"/>
          <ac:spMkLst>
            <pc:docMk/>
            <pc:sldMk cId="1004716227" sldId="384"/>
            <ac:spMk id="411" creationId="{DFBCC7F1-E720-B918-8B69-A0B3687D7154}"/>
          </ac:spMkLst>
        </pc:spChg>
      </pc:sldChg>
      <pc:sldChg chg="modSp mod">
        <pc:chgData name="Katie Owers Bonner" userId="031be739-2ca3-49bb-9134-32c5274b029d" providerId="ADAL" clId="{A2AFF3C0-B35D-4D35-896C-645D8DA4EEB0}" dt="2026-08-31T13:28:59.138" v="730" actId="20577"/>
        <pc:sldMkLst>
          <pc:docMk/>
          <pc:sldMk cId="253628221" sldId="385"/>
        </pc:sldMkLst>
        <pc:spChg chg="mod">
          <ac:chgData name="Katie Owers Bonner" userId="031be739-2ca3-49bb-9134-32c5274b029d" providerId="ADAL" clId="{A2AFF3C0-B35D-4D35-896C-645D8DA4EEB0}" dt="2026-08-31T13:28:59.138" v="730" actId="20577"/>
          <ac:spMkLst>
            <pc:docMk/>
            <pc:sldMk cId="253628221" sldId="385"/>
            <ac:spMk id="404" creationId="{5C4BE77C-871F-04F9-5530-4C4BCEF146E7}"/>
          </ac:spMkLst>
        </pc:spChg>
      </pc:sldChg>
      <pc:sldChg chg="ord">
        <pc:chgData name="Katie Owers Bonner" userId="031be739-2ca3-49bb-9134-32c5274b029d" providerId="ADAL" clId="{A2AFF3C0-B35D-4D35-896C-645D8DA4EEB0}" dt="2026-08-31T13:48:03.169" v="756"/>
        <pc:sldMkLst>
          <pc:docMk/>
          <pc:sldMk cId="2386386992" sldId="388"/>
        </pc:sldMkLst>
      </pc:sldChg>
      <pc:sldChg chg="add del">
        <pc:chgData name="Katie Owers Bonner" userId="031be739-2ca3-49bb-9134-32c5274b029d" providerId="ADAL" clId="{A2AFF3C0-B35D-4D35-896C-645D8DA4EEB0}" dt="2026-08-25T14:30:52.052" v="10" actId="47"/>
        <pc:sldMkLst>
          <pc:docMk/>
          <pc:sldMk cId="3950166842" sldId="390"/>
        </pc:sldMkLst>
      </pc:sldChg>
      <pc:sldChg chg="add">
        <pc:chgData name="Katie Owers Bonner" userId="031be739-2ca3-49bb-9134-32c5274b029d" providerId="ADAL" clId="{A2AFF3C0-B35D-4D35-896C-645D8DA4EEB0}" dt="2026-08-25T14:43:01.455" v="284" actId="2890"/>
        <pc:sldMkLst>
          <pc:docMk/>
          <pc:sldMk cId="1223427279" sldId="391"/>
        </pc:sldMkLst>
      </pc:sldChg>
      <pc:sldChg chg="modSp add mod ord">
        <pc:chgData name="Katie Owers Bonner" userId="031be739-2ca3-49bb-9134-32c5274b029d" providerId="ADAL" clId="{A2AFF3C0-B35D-4D35-896C-645D8DA4EEB0}" dt="2026-08-25T14:44:33.865" v="332"/>
        <pc:sldMkLst>
          <pc:docMk/>
          <pc:sldMk cId="3322178910" sldId="392"/>
        </pc:sldMkLst>
        <pc:spChg chg="mod">
          <ac:chgData name="Katie Owers Bonner" userId="031be739-2ca3-49bb-9134-32c5274b029d" providerId="ADAL" clId="{A2AFF3C0-B35D-4D35-896C-645D8DA4EEB0}" dt="2026-08-25T14:44:30.944" v="330"/>
          <ac:spMkLst>
            <pc:docMk/>
            <pc:sldMk cId="3322178910" sldId="392"/>
            <ac:spMk id="134" creationId="{461A2AA7-A189-6690-0054-72A9714C02A4}"/>
          </ac:spMkLst>
        </pc:spChg>
      </pc:sldChg>
      <pc:sldChg chg="addSp delSp modSp new mod modClrScheme chgLayout">
        <pc:chgData name="Katie Owers Bonner" userId="031be739-2ca3-49bb-9134-32c5274b029d" providerId="ADAL" clId="{A2AFF3C0-B35D-4D35-896C-645D8DA4EEB0}" dt="2026-08-25T14:48:26.502" v="514" actId="1076"/>
        <pc:sldMkLst>
          <pc:docMk/>
          <pc:sldMk cId="2296402173" sldId="393"/>
        </pc:sldMkLst>
        <pc:spChg chg="add mod ord">
          <ac:chgData name="Katie Owers Bonner" userId="031be739-2ca3-49bb-9134-32c5274b029d" providerId="ADAL" clId="{A2AFF3C0-B35D-4D35-896C-645D8DA4EEB0}" dt="2026-08-25T14:48:26.502" v="514" actId="1076"/>
          <ac:spMkLst>
            <pc:docMk/>
            <pc:sldMk cId="2296402173" sldId="393"/>
            <ac:spMk id="2" creationId="{2E7D3381-C585-2A1E-1968-D1CFD3DF086F}"/>
          </ac:spMkLst>
        </pc:spChg>
      </pc:sldChg>
      <pc:sldChg chg="modSp add mod">
        <pc:chgData name="Katie Owers Bonner" userId="031be739-2ca3-49bb-9134-32c5274b029d" providerId="ADAL" clId="{A2AFF3C0-B35D-4D35-896C-645D8DA4EEB0}" dt="2026-08-25T14:53:24.731" v="634" actId="20577"/>
        <pc:sldMkLst>
          <pc:docMk/>
          <pc:sldMk cId="299887867" sldId="394"/>
        </pc:sldMkLst>
        <pc:spChg chg="mod">
          <ac:chgData name="Katie Owers Bonner" userId="031be739-2ca3-49bb-9134-32c5274b029d" providerId="ADAL" clId="{A2AFF3C0-B35D-4D35-896C-645D8DA4EEB0}" dt="2026-08-25T14:51:58.776" v="522" actId="20577"/>
          <ac:spMkLst>
            <pc:docMk/>
            <pc:sldMk cId="299887867" sldId="394"/>
            <ac:spMk id="141" creationId="{AE4158B6-8761-52F6-CACA-EBF218F2FE86}"/>
          </ac:spMkLst>
        </pc:spChg>
        <pc:spChg chg="mod">
          <ac:chgData name="Katie Owers Bonner" userId="031be739-2ca3-49bb-9134-32c5274b029d" providerId="ADAL" clId="{A2AFF3C0-B35D-4D35-896C-645D8DA4EEB0}" dt="2026-08-25T14:53:24.731" v="634" actId="20577"/>
          <ac:spMkLst>
            <pc:docMk/>
            <pc:sldMk cId="299887867" sldId="394"/>
            <ac:spMk id="142" creationId="{ED28661F-5D4A-6D19-D01A-4721E776D7AF}"/>
          </ac:spMkLst>
        </pc:spChg>
      </pc:sldChg>
      <pc:sldChg chg="modSp add mod ord">
        <pc:chgData name="Katie Owers Bonner" userId="031be739-2ca3-49bb-9134-32c5274b029d" providerId="ADAL" clId="{A2AFF3C0-B35D-4D35-896C-645D8DA4EEB0}" dt="2026-08-25T19:56:40.121" v="696" actId="14100"/>
        <pc:sldMkLst>
          <pc:docMk/>
          <pc:sldMk cId="3505932459" sldId="395"/>
        </pc:sldMkLst>
        <pc:spChg chg="mod">
          <ac:chgData name="Katie Owers Bonner" userId="031be739-2ca3-49bb-9134-32c5274b029d" providerId="ADAL" clId="{A2AFF3C0-B35D-4D35-896C-645D8DA4EEB0}" dt="2026-08-25T19:56:36.538" v="695" actId="20577"/>
          <ac:spMkLst>
            <pc:docMk/>
            <pc:sldMk cId="3505932459" sldId="395"/>
            <ac:spMk id="134" creationId="{B2390F86-F7C2-0C93-6066-1A98C227DC84}"/>
          </ac:spMkLst>
        </pc:spChg>
        <pc:spChg chg="mod">
          <ac:chgData name="Katie Owers Bonner" userId="031be739-2ca3-49bb-9134-32c5274b029d" providerId="ADAL" clId="{A2AFF3C0-B35D-4D35-896C-645D8DA4EEB0}" dt="2026-08-25T19:56:40.121" v="696" actId="14100"/>
          <ac:spMkLst>
            <pc:docMk/>
            <pc:sldMk cId="3505932459" sldId="395"/>
            <ac:spMk id="135" creationId="{0C15ED0C-A394-9233-F734-6F8EBBB3A9C7}"/>
          </ac:spMkLst>
        </pc:spChg>
      </pc:sldChg>
      <pc:sldMasterChg chg="addSldLayout delSldLayout modSldLayout">
        <pc:chgData name="Katie Owers Bonner" userId="031be739-2ca3-49bb-9134-32c5274b029d" providerId="ADAL" clId="{A2AFF3C0-B35D-4D35-896C-645D8DA4EEB0}" dt="2026-08-25T14:47:19.202" v="501"/>
        <pc:sldMasterMkLst>
          <pc:docMk/>
          <pc:sldMasterMk cId="2621704862" sldId="2147483661"/>
        </pc:sldMasterMkLst>
        <pc:sldLayoutChg chg="add del">
          <pc:chgData name="Katie Owers Bonner" userId="031be739-2ca3-49bb-9134-32c5274b029d" providerId="ADAL" clId="{A2AFF3C0-B35D-4D35-896C-645D8DA4EEB0}" dt="2026-08-25T14:31:02.543" v="15" actId="47"/>
          <pc:sldLayoutMkLst>
            <pc:docMk/>
            <pc:sldMasterMk cId="2621704862" sldId="2147483661"/>
            <pc:sldLayoutMk cId="2982445581" sldId="2147483662"/>
          </pc:sldLayoutMkLst>
        </pc:sldLayoutChg>
        <pc:sldLayoutChg chg="delSp">
          <pc:chgData name="Katie Owers Bonner" userId="031be739-2ca3-49bb-9134-32c5274b029d" providerId="ADAL" clId="{A2AFF3C0-B35D-4D35-896C-645D8DA4EEB0}" dt="2026-08-25T14:47:19.202" v="501"/>
          <pc:sldLayoutMkLst>
            <pc:docMk/>
            <pc:sldMasterMk cId="2621704862" sldId="2147483661"/>
            <pc:sldLayoutMk cId="3920709949" sldId="2147483683"/>
          </pc:sldLayoutMkLst>
        </pc:sldLayoutChg>
      </pc:sldMasterChg>
    </pc:docChg>
  </pc:docChgLst>
</pc:chgInfo>
</file>

<file path=ppt/comments/modernComment_17D_7DC4E0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C26449-BF37-4967-A178-96C99F096B0C}" authorId="{45D1CE9B-DF25-4FEC-06DE-212637DD9CB8}" created="2026-02-02T21:26:20.531">
    <pc:sldMkLst xmlns:pc="http://schemas.microsoft.com/office/powerpoint/2013/main/command">
      <pc:docMk/>
      <pc:sldMk cId="497580468" sldId="381"/>
    </pc:sldMkLst>
    <p188:txBody>
      <a:bodyPr/>
      <a:lstStyle/>
      <a:p>
        <a:r>
          <a:rPr lang="en-US"/>
          <a:t>Decide how much of this and the R slide are needed. Keep RStudio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BCB6A-05C9-45C4-8C56-4DA0982723A6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D22BE-BF9C-4E75-AC94-2D675188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3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9DADC13-2699-00A3-93AF-6AD01578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E64E48B-396E-256A-5BCB-5142DD864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A2869BC7-2B47-AF38-88CF-ED7B8FCE6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049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ACCF28EA-1569-69D8-5CF6-71CB9D713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882B79C-0057-479C-E3B4-65DC76B77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CD0A03CF-C2E7-941E-0118-BEF3FDE45B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9199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346BDD1-FCAE-9BAA-D7B4-FEAACD391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ED753F9D-C11D-C5DB-E783-51BF27829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7B9BD3CB-6FEC-A81D-D8B6-735A250B4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2978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87D20C0-3F7E-DD26-A611-CB26FCE0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E2726694-0C77-53BB-281B-BFA3E3106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A1133899-A8EC-D149-0704-5522C9F4E0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3115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B0C3539-68DA-0787-A46A-D642D670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7C052B2D-5215-0CF8-775A-99065ABD3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BE0DC4AA-4AE6-C0D4-1414-BB1EC6F0E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6634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232FB8A-2720-6C56-6722-EE6DDB7A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626E4B8D-96F4-90DB-55B2-FE5C7BC3EF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65DB926-5A62-00EA-DFCD-1D025DEC9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4180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>
          <a:extLst>
            <a:ext uri="{FF2B5EF4-FFF2-40B4-BE49-F238E27FC236}">
              <a16:creationId xmlns:a16="http://schemas.microsoft.com/office/drawing/2014/main" id="{32423220-91B8-3E4A-AD51-8C162C4D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4aedc2736_1_66:notes">
            <a:extLst>
              <a:ext uri="{FF2B5EF4-FFF2-40B4-BE49-F238E27FC236}">
                <a16:creationId xmlns:a16="http://schemas.microsoft.com/office/drawing/2014/main" id="{3AE17D78-B94E-0885-8654-55A2628A0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08" name="Google Shape;408;g3b4aedc2736_1_66:notes">
            <a:extLst>
              <a:ext uri="{FF2B5EF4-FFF2-40B4-BE49-F238E27FC236}">
                <a16:creationId xmlns:a16="http://schemas.microsoft.com/office/drawing/2014/main" id="{44159FB1-9FF7-B386-6FF9-A2ECCBDC8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3522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FD496C86-BD29-EF09-A05D-6ED002C4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4aedc2736_1_104:notes">
            <a:extLst>
              <a:ext uri="{FF2B5EF4-FFF2-40B4-BE49-F238E27FC236}">
                <a16:creationId xmlns:a16="http://schemas.microsoft.com/office/drawing/2014/main" id="{ADF53E40-57A9-3F77-5C33-BAB473FC6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01" name="Google Shape;401;g3b4aedc2736_1_104:notes">
            <a:extLst>
              <a:ext uri="{FF2B5EF4-FFF2-40B4-BE49-F238E27FC236}">
                <a16:creationId xmlns:a16="http://schemas.microsoft.com/office/drawing/2014/main" id="{39FF0E30-E4E3-613A-39D2-ECF98AEDC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9007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0F7086A5-A86A-C9CF-5D0E-EFF43A4E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4aedc2736_1_104:notes">
            <a:extLst>
              <a:ext uri="{FF2B5EF4-FFF2-40B4-BE49-F238E27FC236}">
                <a16:creationId xmlns:a16="http://schemas.microsoft.com/office/drawing/2014/main" id="{7E4C12AA-A7C9-ECC0-C304-F5B05BE90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01" name="Google Shape;401;g3b4aedc2736_1_104:notes">
            <a:extLst>
              <a:ext uri="{FF2B5EF4-FFF2-40B4-BE49-F238E27FC236}">
                <a16:creationId xmlns:a16="http://schemas.microsoft.com/office/drawing/2014/main" id="{73A9895A-2001-B9C0-94BE-EA02E66485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5003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4aedc2736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01" name="Google Shape;401;g3b4aedc2736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D52CD886-8754-7809-405B-8DAF15922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4aedc2736_1_104:notes">
            <a:extLst>
              <a:ext uri="{FF2B5EF4-FFF2-40B4-BE49-F238E27FC236}">
                <a16:creationId xmlns:a16="http://schemas.microsoft.com/office/drawing/2014/main" id="{809EFAC0-A85A-ED58-9160-0051A1C56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01" name="Google Shape;401;g3b4aedc2736_1_104:notes">
            <a:extLst>
              <a:ext uri="{FF2B5EF4-FFF2-40B4-BE49-F238E27FC236}">
                <a16:creationId xmlns:a16="http://schemas.microsoft.com/office/drawing/2014/main" id="{6AE29A8C-89B0-2732-10FB-5794D8CF7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5054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F74F3772-11A2-9825-46D4-57DC19ED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4aedc2736_1_104:notes">
            <a:extLst>
              <a:ext uri="{FF2B5EF4-FFF2-40B4-BE49-F238E27FC236}">
                <a16:creationId xmlns:a16="http://schemas.microsoft.com/office/drawing/2014/main" id="{FBC4A287-DEDE-622A-DE77-43E41429E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01" name="Google Shape;401;g3b4aedc2736_1_104:notes">
            <a:extLst>
              <a:ext uri="{FF2B5EF4-FFF2-40B4-BE49-F238E27FC236}">
                <a16:creationId xmlns:a16="http://schemas.microsoft.com/office/drawing/2014/main" id="{8CD2081C-559B-B5B2-FCF1-C781209EF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8783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34F22D89-3098-F772-6A2C-E8AB6713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4aedc2736_1_104:notes">
            <a:extLst>
              <a:ext uri="{FF2B5EF4-FFF2-40B4-BE49-F238E27FC236}">
                <a16:creationId xmlns:a16="http://schemas.microsoft.com/office/drawing/2014/main" id="{67E83DA5-1B8C-A466-EDE7-107175B5A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01" name="Google Shape;401;g3b4aedc2736_1_104:notes">
            <a:extLst>
              <a:ext uri="{FF2B5EF4-FFF2-40B4-BE49-F238E27FC236}">
                <a16:creationId xmlns:a16="http://schemas.microsoft.com/office/drawing/2014/main" id="{FC1B0303-9825-AF45-0DBC-14F560F912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4786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0355F859-177F-3E88-8C28-609B0065D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4aedc2736_1_104:notes">
            <a:extLst>
              <a:ext uri="{FF2B5EF4-FFF2-40B4-BE49-F238E27FC236}">
                <a16:creationId xmlns:a16="http://schemas.microsoft.com/office/drawing/2014/main" id="{610C72A0-7C01-AF03-DA03-C34DB27BE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01" name="Google Shape;401;g3b4aedc2736_1_104:notes">
            <a:extLst>
              <a:ext uri="{FF2B5EF4-FFF2-40B4-BE49-F238E27FC236}">
                <a16:creationId xmlns:a16="http://schemas.microsoft.com/office/drawing/2014/main" id="{BC8C6A0F-31BF-682C-182C-C466B24E49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7800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07BF2BAE-A6AD-6B47-92E2-F101BF5AF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99EDCD5D-FFCC-0211-22E3-692E5B33F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8E5AAF43-F0FB-A36A-0BA1-57F9E3AD5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6932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95D8FAB-0339-937C-67C8-15494A18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188C6983-3A30-091A-D356-6AA42563C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6CB311C2-A495-60D6-F97C-5BE9FAD62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4264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2CC2EE28-5F41-E683-EE6C-257DA08A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8EC24C3B-DE6C-5D37-2207-3A02ECB92E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09C3F176-C072-454E-4568-D044199DD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81053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49412A7-B15D-7A44-A17D-698E2D07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F40A2094-F6A4-54B3-0F79-12B4B2BF6A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290747B7-16A5-C89F-60C4-B0FF6670E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371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and Grid Green Background" type="blank">
  <p:cSld name="White Logo and Grid Green Background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1054028" y="-8290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1" y="0"/>
            <a:ext cx="1909799" cy="955960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4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Green Logo and Grid White Backgroun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0904678" y="-90553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58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1">
  <p:cSld name="Logo and Blue Swish Option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9962086" y="3353950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067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2">
  <p:cSld name="Logo and Blue Swish Option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/>
          <p:nvPr/>
        </p:nvSpPr>
        <p:spPr>
          <a:xfrm>
            <a:off x="-1016265" y="-192641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6"/>
          <p:cNvSpPr/>
          <p:nvPr/>
        </p:nvSpPr>
        <p:spPr>
          <a:xfrm>
            <a:off x="10673717" y="6121584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473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-570831" y="2964183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784667" y="1922964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10946761" y="-9037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4171950" y="7141095"/>
            <a:ext cx="5345400" cy="119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934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03200" y="3066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9" r="-19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8905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or Contents Page alternate logo placement" type="secHead">
  <p:cSld name="Agenda or Contents Page alternate logo placem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10352693" y="5983889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-899356" y="-89548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54900" y="17212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91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Slide Option 2" type="twoTxTwoObj">
  <p:cSld name="Intro Slide Option 2">
    <p:bg>
      <p:bgPr>
        <a:solidFill>
          <a:srgbClr val="00693D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802544" y="1510467"/>
            <a:ext cx="1300075" cy="1086732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1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2213800" y="1588881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nton"/>
              <a:buNone/>
              <a:defRPr sz="4334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768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">
  <p:cSld name="Photo Box and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pic" idx="2"/>
          </p:nvPr>
        </p:nvSpPr>
        <p:spPr>
          <a:xfrm>
            <a:off x="28217" y="1050150"/>
            <a:ext cx="4331600" cy="54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-707765" y="372516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62783" y="11180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cxnSp>
        <p:nvCxnSpPr>
          <p:cNvPr id="54" name="Google Shape;54;p12"/>
          <p:cNvCxnSpPr/>
          <p:nvPr/>
        </p:nvCxnSpPr>
        <p:spPr>
          <a:xfrm rot="10800000">
            <a:off x="4695752" y="949750"/>
            <a:ext cx="31000" cy="5652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55;p12"/>
          <p:cNvCxnSpPr/>
          <p:nvPr/>
        </p:nvCxnSpPr>
        <p:spPr>
          <a:xfrm rot="10800000">
            <a:off x="4819550" y="1687881"/>
            <a:ext cx="15400" cy="3888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6593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 Option 2" type="titleOnly">
  <p:cSld name="Photo Box and Text Option 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>
            <a:spLocks noGrp="1"/>
          </p:cNvSpPr>
          <p:nvPr>
            <p:ph type="pic" idx="2"/>
          </p:nvPr>
        </p:nvSpPr>
        <p:spPr>
          <a:xfrm>
            <a:off x="7581867" y="1519792"/>
            <a:ext cx="4380200" cy="4259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60" name="Google Shape;60;p13"/>
          <p:cNvCxnSpPr/>
          <p:nvPr/>
        </p:nvCxnSpPr>
        <p:spPr>
          <a:xfrm>
            <a:off x="7331300" y="2134383"/>
            <a:ext cx="37200" cy="3696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3"/>
          <p:cNvCxnSpPr/>
          <p:nvPr/>
        </p:nvCxnSpPr>
        <p:spPr>
          <a:xfrm rot="10800000">
            <a:off x="7994667" y="6080467"/>
            <a:ext cx="3554600" cy="1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Google Shape;62;p13"/>
          <p:cNvCxnSpPr/>
          <p:nvPr/>
        </p:nvCxnSpPr>
        <p:spPr>
          <a:xfrm>
            <a:off x="7201400" y="2805033"/>
            <a:ext cx="18600" cy="2542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3"/>
          <p:cNvCxnSpPr/>
          <p:nvPr/>
        </p:nvCxnSpPr>
        <p:spPr>
          <a:xfrm rot="10800000">
            <a:off x="8477167" y="5929733"/>
            <a:ext cx="2589600" cy="4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/>
          <p:nvPr/>
        </p:nvSpPr>
        <p:spPr>
          <a:xfrm>
            <a:off x="7479798" y="5046500"/>
            <a:ext cx="864729" cy="883240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569067" y="15198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548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" type="objTx">
  <p:cSld name="Text Only No Grid or Swoosh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1543533" y="1674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765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 2">
  <p:cSld name="Text Only No Grid or Swoosh 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-4" y="-3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1543533" y="1674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5383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Closing Slide with QR Code" type="vertTx">
  <p:cSld name="Dark Closing Slide with QR Code">
    <p:bg>
      <p:bgPr>
        <a:solidFill>
          <a:srgbClr val="12312B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9014051" y="4784199"/>
            <a:ext cx="1547499" cy="1525745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80" name="Google Shape;80;p17"/>
          <p:cNvSpPr txBox="1"/>
          <p:nvPr/>
        </p:nvSpPr>
        <p:spPr>
          <a:xfrm>
            <a:off x="9423599" y="5180635"/>
            <a:ext cx="728400" cy="41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*Place QR code here</a:t>
            </a:r>
            <a:endParaRPr sz="333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7507349" y="4784200"/>
            <a:ext cx="1308200" cy="4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8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SCAN</a:t>
            </a:r>
            <a:endParaRPr sz="12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308842" y="5233400"/>
            <a:ext cx="17052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48" i="0" u="none" strike="noStrike" cap="none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0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3047877" cy="1526193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615517" y="351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A5D75F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A5D75F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rgbClr val="A5D75F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rgbClr val="A5D75F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rgbClr val="A5D75F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rgbClr val="A5D75F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8890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Closing Slide with QR Code">
  <p:cSld name="White Closing Slide with QR Co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778100" y="2425706"/>
            <a:ext cx="11249000" cy="14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6822930" y="4923600"/>
            <a:ext cx="18318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5" i="0" u="none" strike="noStrike" cap="none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2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2" name="Google Shape;92;p18"/>
          <p:cNvSpPr/>
          <p:nvPr/>
        </p:nvSpPr>
        <p:spPr>
          <a:xfrm>
            <a:off x="8910302" y="4626749"/>
            <a:ext cx="1830491" cy="1636709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93" name="Google Shape;93;p18"/>
          <p:cNvSpPr txBox="1"/>
          <p:nvPr/>
        </p:nvSpPr>
        <p:spPr>
          <a:xfrm>
            <a:off x="9305866" y="5111434"/>
            <a:ext cx="744600" cy="47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2" b="0" i="0" u="none" strike="noStrike" cap="none">
                <a:solidFill>
                  <a:srgbClr val="12312B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875" i="0" u="none" strike="noStrike" cap="none">
                <a:solidFill>
                  <a:srgbClr val="12312B"/>
                </a:solidFill>
                <a:latin typeface="Archivo"/>
                <a:ea typeface="Archivo"/>
                <a:cs typeface="Archivo"/>
                <a:sym typeface="Archivo"/>
              </a:rPr>
              <a:t>Place QR code here</a:t>
            </a:r>
            <a:endParaRPr sz="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6947931" y="4467234"/>
            <a:ext cx="1581800" cy="90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85" i="0" u="none" strike="noStrike" cap="none">
                <a:solidFill>
                  <a:srgbClr val="00693D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SCAN</a:t>
            </a:r>
            <a:endParaRPr sz="2200"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856767" y="34752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024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with Weblink">
  <p:cSld name="Green Logo with Webli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2276400" y="1133617"/>
            <a:ext cx="7639197" cy="3526531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8" name="Google Shape;98;p19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12312B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12312B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49644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">
  <p:cSld name="White Logo with Weblink">
    <p:bg>
      <p:bgPr>
        <a:solidFill>
          <a:srgbClr val="12312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650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 alternate">
  <p:cSld name="White Logo with Weblink alternate">
    <p:bg>
      <p:bgPr>
        <a:solidFill>
          <a:schemeClr val="dk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198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Basic" type="picTx">
  <p:cSld name="Closing Slide Basic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10000"/>
              <a:buFont typeface="Anton"/>
              <a:buNone/>
              <a:defRPr sz="6667" i="0" u="none" strike="noStrike" cap="none">
                <a:solidFill>
                  <a:srgbClr val="12312B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615500" y="367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0709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5980-6C8D-6923-1F87-667FD99A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5B5D-79BA-008C-4717-5BF5ABB10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DF499-C888-A235-A6E8-A813577A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188D-007F-CFF4-8294-15226899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933A4-366F-80B6-A34E-CBB937FB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2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114"/>
            <a:ext cx="112490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100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15583" y="262138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7048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9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3" r:id="rId17"/>
    <p:sldLayoutId id="2147483684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osit.co/ide/user/#rstudio-ide-oss-download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go.org/r-project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posit.co/hc/en-us/articles/201057987-Quick-list-of-useful-R-packag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stackoverflow.com/questions/tagged/r" TargetMode="External"/><Relationship Id="rId3" Type="http://schemas.openxmlformats.org/officeDocument/2006/relationships/hyperlink" Target="https://intro2r.com/" TargetMode="External"/><Relationship Id="rId7" Type="http://schemas.openxmlformats.org/officeDocument/2006/relationships/hyperlink" Target="https://cran.r-project.org/web/packages/available_packages_by_name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sit.co/resources/cheatsheets/" TargetMode="External"/><Relationship Id="rId5" Type="http://schemas.openxmlformats.org/officeDocument/2006/relationships/hyperlink" Target="https://www.tidyverse.org/learn/" TargetMode="External"/><Relationship Id="rId4" Type="http://schemas.openxmlformats.org/officeDocument/2006/relationships/hyperlink" Target="https://r4ds.hadley.nz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D_7DC4E0F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1257100" y="2303138"/>
            <a:ext cx="9677800" cy="17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1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Starting a Research Project in R</a:t>
            </a:r>
          </a:p>
        </p:txBody>
      </p:sp>
      <p:sp>
        <p:nvSpPr>
          <p:cNvPr id="112" name="Google Shape;112;p22"/>
          <p:cNvSpPr/>
          <p:nvPr/>
        </p:nvSpPr>
        <p:spPr>
          <a:xfrm>
            <a:off x="544538" y="3246745"/>
            <a:ext cx="10019901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55B9BD9-DF9E-AC20-26F6-95664F4E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1BF5683-D6F4-7C8F-FD88-A6220438308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Part 1: Intro to R and RStudio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1F33F10C-E37B-AAC3-E67B-2ECA203B4738}"/>
              </a:ext>
            </a:extLst>
          </p:cNvPr>
          <p:cNvSpPr txBox="1"/>
          <p:nvPr/>
        </p:nvSpPr>
        <p:spPr>
          <a:xfrm>
            <a:off x="884764" y="1900078"/>
            <a:ext cx="9776400" cy="1724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Explore the RStudio interface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Create our first script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Learn basic R syntax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1;p26">
            <a:extLst>
              <a:ext uri="{FF2B5EF4-FFF2-40B4-BE49-F238E27FC236}">
                <a16:creationId xmlns:a16="http://schemas.microsoft.com/office/drawing/2014/main" id="{2F766A47-3969-77CD-137A-C419CA6CE80D}"/>
              </a:ext>
            </a:extLst>
          </p:cNvPr>
          <p:cNvSpPr txBox="1"/>
          <p:nvPr/>
        </p:nvSpPr>
        <p:spPr>
          <a:xfrm>
            <a:off x="798287" y="3734252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Part 2: Starting your project in R</a:t>
            </a:r>
          </a:p>
        </p:txBody>
      </p:sp>
      <p:sp>
        <p:nvSpPr>
          <p:cNvPr id="7" name="Google Shape;142;p26">
            <a:extLst>
              <a:ext uri="{FF2B5EF4-FFF2-40B4-BE49-F238E27FC236}">
                <a16:creationId xmlns:a16="http://schemas.microsoft.com/office/drawing/2014/main" id="{0BD0F876-354A-1447-6FF7-4602EAD3B654}"/>
              </a:ext>
            </a:extLst>
          </p:cNvPr>
          <p:cNvSpPr txBox="1"/>
          <p:nvPr/>
        </p:nvSpPr>
        <p:spPr>
          <a:xfrm>
            <a:off x="798287" y="4476635"/>
            <a:ext cx="97764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Organize your files for doing research in R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Read different types of data into R (e.g., .csv, .xlsx)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Understand and get help using functions and packages</a:t>
            </a: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670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2EA1F2D-D25B-796B-DA2E-8AC81735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FEA38807-BE59-A68E-0EEB-A887423F4006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Part 1: Intro to R and RStudio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1BA0CAB5-CDA3-72FC-D287-AB3FF896BC57}"/>
              </a:ext>
            </a:extLst>
          </p:cNvPr>
          <p:cNvSpPr/>
          <p:nvPr/>
        </p:nvSpPr>
        <p:spPr>
          <a:xfrm>
            <a:off x="1065004" y="2844069"/>
            <a:ext cx="7660252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221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64079F8-F37E-A07B-ED90-4DCE489A5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B691B0C0-292D-12A0-3E0E-FB599A1FF623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Why R?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E189FD22-C7D4-7CB0-BF84-7F836CFE7975}"/>
              </a:ext>
            </a:extLst>
          </p:cNvPr>
          <p:cNvSpPr txBox="1"/>
          <p:nvPr/>
        </p:nvSpPr>
        <p:spPr>
          <a:xfrm>
            <a:off x="922202" y="1736904"/>
            <a:ext cx="9776400" cy="46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 is a popular programming language and software for data analysis and visualization.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It’s free and open source.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It has a huge user community and internet presence.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Easy to get help!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Tons of great tools, no matter your subject area.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8277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65FAE52-A585-C262-317A-B609786E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226341D2-E632-E3B7-6864-AC2D1CE96336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Why R </a:t>
            </a:r>
            <a:r>
              <a:rPr lang="en-US" sz="3446" i="1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and</a:t>
            </a: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  RStudio?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7DE38FC9-F588-DB16-DEF4-9A064F0868BD}"/>
              </a:ext>
            </a:extLst>
          </p:cNvPr>
          <p:cNvSpPr txBox="1"/>
          <p:nvPr/>
        </p:nvSpPr>
        <p:spPr>
          <a:xfrm>
            <a:off x="922202" y="1736904"/>
            <a:ext cx="9776400" cy="453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 is both the language itself and a software interface for using it.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That interface is minimal and clunky.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RStudio is another software that gives you a well-organized, easy to work with interface for R. </a:t>
            </a:r>
          </a:p>
          <a:p>
            <a:pPr marL="409321" lvl="1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dirty="0"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Nearly everyone in research uses R via RStudio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Terminology note: When someone says they use R, it’s safe to assume they use the RStudio interface and the R language.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If your group/class uses Positron instead of RStudio, let us know!</a:t>
            </a:r>
          </a:p>
        </p:txBody>
      </p:sp>
    </p:spTree>
    <p:extLst>
      <p:ext uri="{BB962C8B-B14F-4D97-AF65-F5344CB8AC3E}">
        <p14:creationId xmlns:p14="http://schemas.microsoft.com/office/powerpoint/2010/main" val="56214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A192750-93E6-2156-0108-3FE5F23B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AE4158B6-8761-52F6-CACA-EBF218F2FE86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Installation Check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ED28661F-5D4A-6D19-D01A-4721E776D7AF}"/>
              </a:ext>
            </a:extLst>
          </p:cNvPr>
          <p:cNvSpPr txBox="1"/>
          <p:nvPr/>
        </p:nvSpPr>
        <p:spPr>
          <a:xfrm>
            <a:off x="922202" y="1736904"/>
            <a:ext cx="9776400" cy="2936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Does everyone have both R and RStudio installed?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If not,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Download and install R from </a:t>
            </a:r>
            <a:r>
              <a:rPr lang="en-US" dirty="0">
                <a:latin typeface="Archivo Medium"/>
                <a:sym typeface="Archivo Medium"/>
                <a:hlinkClick r:id="rId3"/>
              </a:rPr>
              <a:t>https://cran.r-project.org</a:t>
            </a:r>
            <a:r>
              <a:rPr lang="en-US" dirty="0">
                <a:latin typeface="Archivo Medium"/>
                <a:sym typeface="Archivo Medium"/>
              </a:rPr>
              <a:t>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Download and install RStudio from </a:t>
            </a:r>
            <a:r>
              <a:rPr lang="en-US" dirty="0">
                <a:latin typeface="Archivo Medium"/>
                <a:sym typeface="Archivo Medium"/>
                <a:hlinkClick r:id="rId4"/>
              </a:rPr>
              <a:t>https://docs.posit.co/ide/user/#rstudio-ide-oss-downloads</a:t>
            </a:r>
            <a:r>
              <a:rPr lang="en-US" dirty="0">
                <a:latin typeface="Archivo Medium"/>
                <a:sym typeface="Archivo Medium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988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3381-C585-2A1E-1968-D1CFD3DF08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95833" y="2846896"/>
            <a:ext cx="11249025" cy="1487488"/>
          </a:xfrm>
        </p:spPr>
        <p:txBody>
          <a:bodyPr wrap="square" anchor="ctr">
            <a:normAutofit/>
          </a:bodyPr>
          <a:lstStyle/>
          <a:p>
            <a:r>
              <a:rPr lang="en-US" sz="5400" dirty="0"/>
              <a:t>Let’s open RStudio!</a:t>
            </a:r>
          </a:p>
        </p:txBody>
      </p:sp>
    </p:spTree>
    <p:extLst>
      <p:ext uri="{BB962C8B-B14F-4D97-AF65-F5344CB8AC3E}">
        <p14:creationId xmlns:p14="http://schemas.microsoft.com/office/powerpoint/2010/main" val="229640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22E9A66-F74D-4642-A9A3-C215647AB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461A2AA7-A189-6690-0054-72A9714C02A4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Part 2: Starting your project in R</a:t>
            </a: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7E7068CE-15A4-42FC-40CB-A94290F4BFD7}"/>
              </a:ext>
            </a:extLst>
          </p:cNvPr>
          <p:cNvSpPr/>
          <p:nvPr/>
        </p:nvSpPr>
        <p:spPr>
          <a:xfrm>
            <a:off x="1065004" y="2844069"/>
            <a:ext cx="7660252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2178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>
          <a:extLst>
            <a:ext uri="{FF2B5EF4-FFF2-40B4-BE49-F238E27FC236}">
              <a16:creationId xmlns:a16="http://schemas.microsoft.com/office/drawing/2014/main" id="{4FAC6602-F709-1D1D-44E5-DA5EB309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8">
            <a:extLst>
              <a:ext uri="{FF2B5EF4-FFF2-40B4-BE49-F238E27FC236}">
                <a16:creationId xmlns:a16="http://schemas.microsoft.com/office/drawing/2014/main" id="{56E0C99F-CD6A-56C9-69D8-9A0ACFD8D8BA}"/>
              </a:ext>
            </a:extLst>
          </p:cNvPr>
          <p:cNvSpPr txBox="1"/>
          <p:nvPr/>
        </p:nvSpPr>
        <p:spPr>
          <a:xfrm>
            <a:off x="922201" y="1157695"/>
            <a:ext cx="6097600" cy="74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" sz="3467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Agenda for Part 2</a:t>
            </a:r>
            <a:endParaRPr sz="933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11" name="Google Shape;411;p78">
            <a:extLst>
              <a:ext uri="{FF2B5EF4-FFF2-40B4-BE49-F238E27FC236}">
                <a16:creationId xmlns:a16="http://schemas.microsoft.com/office/drawing/2014/main" id="{DFBCC7F1-E720-B918-8B69-A0B3687D7154}"/>
              </a:ext>
            </a:extLst>
          </p:cNvPr>
          <p:cNvSpPr txBox="1"/>
          <p:nvPr/>
        </p:nvSpPr>
        <p:spPr>
          <a:xfrm>
            <a:off x="867673" y="1900079"/>
            <a:ext cx="9776400" cy="46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Organizational tools that set up your project for success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One folder, one project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R Projects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Quarto documents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Load data into R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Learn how functions work and how to access their documentation</a:t>
            </a:r>
            <a:endParaRPr lang="en-US" sz="200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Learn about packages</a:t>
            </a:r>
            <a:endParaRPr lang="en-US" sz="2006" kern="0" dirty="0">
              <a:solidFill>
                <a:srgbClr val="12312B"/>
              </a:solidFill>
              <a:highlight>
                <a:srgbClr val="FFFF00"/>
              </a:highlight>
              <a:latin typeface="Archivo Medium"/>
              <a:ea typeface="Arial"/>
              <a:cs typeface="Arial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4716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D19B995F-4F11-003F-071B-0101898D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7">
            <a:extLst>
              <a:ext uri="{FF2B5EF4-FFF2-40B4-BE49-F238E27FC236}">
                <a16:creationId xmlns:a16="http://schemas.microsoft.com/office/drawing/2014/main" id="{BBBB5F37-0696-8B6F-E525-4BC94DE9A0ED}"/>
              </a:ext>
            </a:extLst>
          </p:cNvPr>
          <p:cNvSpPr txBox="1"/>
          <p:nvPr/>
        </p:nvSpPr>
        <p:spPr>
          <a:xfrm>
            <a:off x="922201" y="1157695"/>
            <a:ext cx="6097600" cy="74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67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Project organization</a:t>
            </a:r>
            <a:endParaRPr sz="933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04" name="Google Shape;404;p77">
            <a:extLst>
              <a:ext uri="{FF2B5EF4-FFF2-40B4-BE49-F238E27FC236}">
                <a16:creationId xmlns:a16="http://schemas.microsoft.com/office/drawing/2014/main" id="{5C4BE77C-871F-04F9-5530-4C4BCEF146E7}"/>
              </a:ext>
            </a:extLst>
          </p:cNvPr>
          <p:cNvSpPr txBox="1"/>
          <p:nvPr/>
        </p:nvSpPr>
        <p:spPr>
          <a:xfrm>
            <a:off x="880492" y="1904631"/>
            <a:ext cx="9776400" cy="4832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9585">
              <a:lnSpc>
                <a:spcPct val="140013"/>
              </a:lnSpc>
            </a:pPr>
            <a:endParaRPr sz="240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One folder, one project – store all files for a project in one well-organized folder, with subfolders for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latin typeface="Archivo Medium"/>
                <a:sym typeface="Archivo Medium"/>
              </a:rPr>
              <a:t>Documents (docs)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latin typeface="Archivo Medium"/>
                <a:sym typeface="Archivo Medium"/>
              </a:rPr>
              <a:t>Data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latin typeface="Archivo Medium"/>
                <a:sym typeface="Archivo Medium"/>
              </a:rPr>
              <a:t>Code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latin typeface="Archivo Medium"/>
                <a:sym typeface="Archivo Medium"/>
              </a:rPr>
              <a:t>Output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latin typeface="Archivo Medium"/>
                <a:sym typeface="Archivo Medium"/>
              </a:rPr>
              <a:t>Others as needed</a:t>
            </a:r>
            <a:endParaRPr lang="en-US" sz="2006" kern="0" dirty="0">
              <a:solidFill>
                <a:srgbClr val="12312B"/>
              </a:solidFill>
              <a:latin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The materials for this workshop series are organized this way and are available here: </a:t>
            </a:r>
            <a:r>
              <a:rPr lang="en-US" sz="2006" kern="0" dirty="0">
                <a:solidFill>
                  <a:srgbClr val="12312B"/>
                </a:solidFill>
                <a:highlight>
                  <a:srgbClr val="FFFF00"/>
                </a:highlight>
                <a:latin typeface="Archivo Medium"/>
                <a:cs typeface="Archivo Medium"/>
                <a:sym typeface="Archivo Medium"/>
                <a:hlinkClick r:id="rId3"/>
              </a:rPr>
              <a:t>https://dartgo.org/r-projects</a:t>
            </a:r>
            <a:r>
              <a:rPr lang="en-US" sz="2006" kern="0" dirty="0">
                <a:solidFill>
                  <a:srgbClr val="12312B"/>
                </a:solidFill>
                <a:highlight>
                  <a:srgbClr val="FFFF00"/>
                </a:highlight>
                <a:latin typeface="Archivo Medium"/>
                <a:cs typeface="Archivo Medium"/>
                <a:sym typeface="Archivo Medium"/>
              </a:rPr>
              <a:t> </a:t>
            </a:r>
          </a:p>
          <a:p>
            <a:pPr>
              <a:lnSpc>
                <a:spcPct val="140013"/>
              </a:lnSpc>
            </a:pPr>
            <a:endParaRPr sz="200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628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E30A3F55-1856-49CB-AF28-4110546C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7">
            <a:extLst>
              <a:ext uri="{FF2B5EF4-FFF2-40B4-BE49-F238E27FC236}">
                <a16:creationId xmlns:a16="http://schemas.microsoft.com/office/drawing/2014/main" id="{529873B9-1906-D3F9-A2FF-2493A1A906EE}"/>
              </a:ext>
            </a:extLst>
          </p:cNvPr>
          <p:cNvSpPr txBox="1"/>
          <p:nvPr/>
        </p:nvSpPr>
        <p:spPr>
          <a:xfrm>
            <a:off x="922201" y="1157695"/>
            <a:ext cx="6097600" cy="74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67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R Projects</a:t>
            </a:r>
            <a:endParaRPr sz="933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04" name="Google Shape;404;p77">
            <a:extLst>
              <a:ext uri="{FF2B5EF4-FFF2-40B4-BE49-F238E27FC236}">
                <a16:creationId xmlns:a16="http://schemas.microsoft.com/office/drawing/2014/main" id="{7DE392BE-7BCB-FA69-C701-FC7C46A768F8}"/>
              </a:ext>
            </a:extLst>
          </p:cNvPr>
          <p:cNvSpPr txBox="1"/>
          <p:nvPr/>
        </p:nvSpPr>
        <p:spPr>
          <a:xfrm>
            <a:off x="880492" y="1904631"/>
            <a:ext cx="9776400" cy="354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9585">
              <a:lnSpc>
                <a:spcPct val="140013"/>
              </a:lnSpc>
            </a:pPr>
            <a:endParaRPr sz="240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Using a Project in R is like setting up a one folder, one project setup within R to match the one on your computer.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Let’s create a New Project in R to organize our work for this workshop.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Note that you create the R project in the main (“root”) folder for your project, not the code folder. </a:t>
            </a:r>
          </a:p>
          <a:p>
            <a:pPr>
              <a:lnSpc>
                <a:spcPct val="140013"/>
              </a:lnSpc>
            </a:pPr>
            <a:endParaRPr sz="200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51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7"/>
          <p:cNvSpPr txBox="1"/>
          <p:nvPr/>
        </p:nvSpPr>
        <p:spPr>
          <a:xfrm>
            <a:off x="922201" y="1157695"/>
            <a:ext cx="6097600" cy="74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" sz="3467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Functions &amp; packages</a:t>
            </a:r>
            <a:endParaRPr sz="933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04" name="Google Shape;404;p77"/>
          <p:cNvSpPr txBox="1"/>
          <p:nvPr/>
        </p:nvSpPr>
        <p:spPr>
          <a:xfrm>
            <a:off x="867673" y="1900080"/>
            <a:ext cx="9776400" cy="452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9585">
              <a:lnSpc>
                <a:spcPct val="140013"/>
              </a:lnSpc>
            </a:pPr>
            <a:endParaRPr sz="240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R itself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(“base R”) </a:t>
            </a:r>
            <a:r>
              <a:rPr lang="en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has many functions built in.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sz="2006" kern="0" dirty="0">
              <a:solidFill>
                <a:srgbClr val="12312B"/>
              </a:solidFill>
              <a:latin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Others are added via packages.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" dirty="0">
                <a:latin typeface="Archivo Medium"/>
                <a:sym typeface="Archivo Medium"/>
              </a:rPr>
              <a:t>Some packages offer additional general methods for data management and analysis (eg. “tidyverse”), visualization (eg. “ggplot2”), etc.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M</a:t>
            </a:r>
            <a:r>
              <a:rPr lang="en" dirty="0">
                <a:latin typeface="Archivo Medium"/>
                <a:sym typeface="Archivo Medium"/>
              </a:rPr>
              <a:t>any are specialized for a certain type of analysis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" dirty="0">
                <a:latin typeface="Archivo Medium"/>
                <a:sym typeface="Archivo Medium"/>
              </a:rPr>
              <a:t>Thousands of packages are available through CRAN, the verified repository, and many more are available from individuals (for example on GitHub)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sz="1600" dirty="0">
              <a:latin typeface="Archivo Medium"/>
              <a:sym typeface="Archivo Medium"/>
            </a:endParaRPr>
          </a:p>
          <a:p>
            <a:pPr>
              <a:lnSpc>
                <a:spcPct val="140013"/>
              </a:lnSpc>
            </a:pPr>
            <a:endParaRPr sz="200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DF293A48-7769-51A8-8199-94C96931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7">
            <a:extLst>
              <a:ext uri="{FF2B5EF4-FFF2-40B4-BE49-F238E27FC236}">
                <a16:creationId xmlns:a16="http://schemas.microsoft.com/office/drawing/2014/main" id="{8BA79A6D-DBE9-DD2F-A811-59AF84ECF4F6}"/>
              </a:ext>
            </a:extLst>
          </p:cNvPr>
          <p:cNvSpPr txBox="1"/>
          <p:nvPr/>
        </p:nvSpPr>
        <p:spPr>
          <a:xfrm>
            <a:off x="922201" y="1157695"/>
            <a:ext cx="8674726" cy="74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" sz="3467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How do I know what packages I need? </a:t>
            </a:r>
            <a:endParaRPr sz="933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04" name="Google Shape;404;p77">
            <a:extLst>
              <a:ext uri="{FF2B5EF4-FFF2-40B4-BE49-F238E27FC236}">
                <a16:creationId xmlns:a16="http://schemas.microsoft.com/office/drawing/2014/main" id="{19323B2B-1BC4-F6D2-9CC3-967375C3C1D6}"/>
              </a:ext>
            </a:extLst>
          </p:cNvPr>
          <p:cNvSpPr txBox="1"/>
          <p:nvPr/>
        </p:nvSpPr>
        <p:spPr>
          <a:xfrm>
            <a:off x="867673" y="1900080"/>
            <a:ext cx="9776400" cy="440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9585">
              <a:lnSpc>
                <a:spcPct val="140013"/>
              </a:lnSpc>
            </a:pPr>
            <a:endParaRPr sz="240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Two general ones that we use are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here: helps with file pathways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 err="1">
                <a:latin typeface="Archivo Medium"/>
                <a:sym typeface="Archivo Medium"/>
              </a:rPr>
              <a:t>tidyverse</a:t>
            </a:r>
            <a:r>
              <a:rPr lang="en-US" dirty="0">
                <a:latin typeface="Archivo Medium"/>
                <a:sym typeface="Archivo Medium"/>
              </a:rPr>
              <a:t>: a collection of packages with a lot of data wrangling and visualization tools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endParaRPr lang="en-US" dirty="0"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Talking to people doing your kind of work or reading papers in your field can be the best way to find specific relevant packages.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List of common packages for specific tasks: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  <a:hlinkClick r:id="rId3"/>
              </a:rPr>
              <a:t>https://support.posit.co/hc/en-us/articles/201057987-Quick-list-of-useful-R-packages</a:t>
            </a:r>
            <a:endParaRPr sz="200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8547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D192B0EF-93F8-425B-0766-9D29689B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7">
            <a:extLst>
              <a:ext uri="{FF2B5EF4-FFF2-40B4-BE49-F238E27FC236}">
                <a16:creationId xmlns:a16="http://schemas.microsoft.com/office/drawing/2014/main" id="{64D08981-D53C-8EC8-D518-7FB937D6FF7F}"/>
              </a:ext>
            </a:extLst>
          </p:cNvPr>
          <p:cNvSpPr txBox="1"/>
          <p:nvPr/>
        </p:nvSpPr>
        <p:spPr>
          <a:xfrm>
            <a:off x="922201" y="1157695"/>
            <a:ext cx="8674726" cy="74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" sz="3467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How do I install and use packages?</a:t>
            </a:r>
            <a:endParaRPr sz="933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04" name="Google Shape;404;p77">
            <a:extLst>
              <a:ext uri="{FF2B5EF4-FFF2-40B4-BE49-F238E27FC236}">
                <a16:creationId xmlns:a16="http://schemas.microsoft.com/office/drawing/2014/main" id="{9935358A-1250-2FEA-6665-5BE5D2E282D4}"/>
              </a:ext>
            </a:extLst>
          </p:cNvPr>
          <p:cNvSpPr txBox="1"/>
          <p:nvPr/>
        </p:nvSpPr>
        <p:spPr>
          <a:xfrm>
            <a:off x="867673" y="1900080"/>
            <a:ext cx="9776400" cy="30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9585">
              <a:lnSpc>
                <a:spcPct val="140013"/>
              </a:lnSpc>
            </a:pPr>
            <a:endParaRPr sz="240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First, you install packages: </a:t>
            </a:r>
            <a:r>
              <a:rPr lang="en-US" sz="2000" dirty="0" err="1">
                <a:latin typeface="Archivo Medium"/>
                <a:sym typeface="Archivo Medium"/>
              </a:rPr>
              <a:t>install.packages</a:t>
            </a:r>
            <a:r>
              <a:rPr lang="en-US" sz="2000" dirty="0">
                <a:latin typeface="Archivo Medium"/>
                <a:sym typeface="Archivo Medium"/>
              </a:rPr>
              <a:t>(“</a:t>
            </a:r>
            <a:r>
              <a:rPr lang="en-US" sz="2000" dirty="0" err="1">
                <a:latin typeface="Archivo Medium"/>
                <a:sym typeface="Archivo Medium"/>
              </a:rPr>
              <a:t>package_name</a:t>
            </a:r>
            <a:r>
              <a:rPr lang="en-US" sz="2000" dirty="0">
                <a:latin typeface="Archivo Medium"/>
                <a:sym typeface="Archivo Medium"/>
              </a:rPr>
              <a:t>”)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Do this once per project</a:t>
            </a:r>
          </a:p>
          <a:p>
            <a:pPr marL="890460" lvl="2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0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Then, you load them: </a:t>
            </a:r>
            <a:r>
              <a:rPr lang="en-US" sz="2000" dirty="0">
                <a:latin typeface="Archivo Medium"/>
                <a:sym typeface="Archivo Medium"/>
              </a:rPr>
              <a:t>library(</a:t>
            </a:r>
            <a:r>
              <a:rPr lang="en-US" sz="2000" dirty="0" err="1">
                <a:latin typeface="Archivo Medium"/>
                <a:sym typeface="Archivo Medium"/>
              </a:rPr>
              <a:t>package_name</a:t>
            </a:r>
            <a:r>
              <a:rPr lang="en-US" sz="2000" dirty="0">
                <a:latin typeface="Archivo Medium"/>
                <a:sym typeface="Archivo Medium"/>
              </a:rPr>
              <a:t>)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Do this every time you use it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sz="2000" dirty="0">
              <a:latin typeface="Archivo Medium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1958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17492F1C-6C41-2C7D-69A8-6133416D9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7">
            <a:extLst>
              <a:ext uri="{FF2B5EF4-FFF2-40B4-BE49-F238E27FC236}">
                <a16:creationId xmlns:a16="http://schemas.microsoft.com/office/drawing/2014/main" id="{2AAEA18C-4620-269A-348C-38807269B343}"/>
              </a:ext>
            </a:extLst>
          </p:cNvPr>
          <p:cNvSpPr txBox="1"/>
          <p:nvPr/>
        </p:nvSpPr>
        <p:spPr>
          <a:xfrm>
            <a:off x="922201" y="1157695"/>
            <a:ext cx="6097600" cy="74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-US" sz="3467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Loading Data</a:t>
            </a:r>
            <a:endParaRPr sz="933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04" name="Google Shape;404;p77">
            <a:extLst>
              <a:ext uri="{FF2B5EF4-FFF2-40B4-BE49-F238E27FC236}">
                <a16:creationId xmlns:a16="http://schemas.microsoft.com/office/drawing/2014/main" id="{CE1441DE-1E48-71E6-EE95-90FE965F0669}"/>
              </a:ext>
            </a:extLst>
          </p:cNvPr>
          <p:cNvSpPr txBox="1"/>
          <p:nvPr/>
        </p:nvSpPr>
        <p:spPr>
          <a:xfrm>
            <a:off x="880492" y="1904631"/>
            <a:ext cx="9776400" cy="267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9585">
              <a:lnSpc>
                <a:spcPct val="140013"/>
              </a:lnSpc>
            </a:pPr>
            <a:endParaRPr sz="240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The first step is to tell R where on your computer to look for the data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The bad way: Set working directory using an absolute path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The good way: Use the “here” package to specify a relative path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Then you tell it how to read it using a function, like read.csv() or </a:t>
            </a:r>
            <a:r>
              <a:rPr lang="en-US" sz="2006" kern="0" dirty="0" err="1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read_xlsx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()</a:t>
            </a:r>
            <a:endParaRPr sz="200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6386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873992E1-73E7-18BD-FD75-8101CD21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7">
            <a:extLst>
              <a:ext uri="{FF2B5EF4-FFF2-40B4-BE49-F238E27FC236}">
                <a16:creationId xmlns:a16="http://schemas.microsoft.com/office/drawing/2014/main" id="{19316341-7591-34F7-8D02-FE7CE653054A}"/>
              </a:ext>
            </a:extLst>
          </p:cNvPr>
          <p:cNvSpPr txBox="1"/>
          <p:nvPr/>
        </p:nvSpPr>
        <p:spPr>
          <a:xfrm>
            <a:off x="922201" y="1157695"/>
            <a:ext cx="8674726" cy="74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7"/>
              </a:lnSpc>
            </a:pPr>
            <a:r>
              <a:rPr lang="en" sz="3467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Let’s read in the data </a:t>
            </a:r>
            <a:endParaRPr sz="933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04" name="Google Shape;404;p77">
            <a:extLst>
              <a:ext uri="{FF2B5EF4-FFF2-40B4-BE49-F238E27FC236}">
                <a16:creationId xmlns:a16="http://schemas.microsoft.com/office/drawing/2014/main" id="{AD2D91D9-AE94-773E-F17C-15992A3C0B6C}"/>
              </a:ext>
            </a:extLst>
          </p:cNvPr>
          <p:cNvSpPr txBox="1"/>
          <p:nvPr/>
        </p:nvSpPr>
        <p:spPr>
          <a:xfrm>
            <a:off x="867673" y="1900080"/>
            <a:ext cx="9776400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9585">
              <a:lnSpc>
                <a:spcPct val="140013"/>
              </a:lnSpc>
            </a:pPr>
            <a:endParaRPr sz="240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read.csv() from base R</a:t>
            </a:r>
            <a:endParaRPr lang="en-US" dirty="0">
              <a:latin typeface="Archivo Medium"/>
              <a:sym typeface="Archivo Medium"/>
            </a:endParaRPr>
          </a:p>
          <a:p>
            <a:pPr marL="890460" lvl="2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0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 err="1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read_xlsx</a:t>
            </a: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() from the </a:t>
            </a:r>
            <a:r>
              <a:rPr lang="en-US" sz="2000" kern="0" dirty="0" err="1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readxl</a:t>
            </a: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 package</a:t>
            </a:r>
            <a:endParaRPr sz="2000" dirty="0">
              <a:latin typeface="Archivo Medium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0166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AA0F414B-C1AC-0A9F-051E-93909912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A229996D-C02A-4F0E-1E9F-86C16AC0436D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Questions?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E4001A52-1D51-0D34-57C9-79071FFEA42E}"/>
              </a:ext>
            </a:extLst>
          </p:cNvPr>
          <p:cNvSpPr/>
          <p:nvPr/>
        </p:nvSpPr>
        <p:spPr>
          <a:xfrm>
            <a:off x="1065004" y="2844069"/>
            <a:ext cx="3947264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3427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63C32E1-BE63-772D-E7C9-892A1D2A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A199F058-95BC-654F-0CB7-A4CB3112190E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Reference material</a:t>
            </a:r>
          </a:p>
        </p:txBody>
      </p:sp>
      <p:sp>
        <p:nvSpPr>
          <p:cNvPr id="2" name="Google Shape;142;p26">
            <a:extLst>
              <a:ext uri="{FF2B5EF4-FFF2-40B4-BE49-F238E27FC236}">
                <a16:creationId xmlns:a16="http://schemas.microsoft.com/office/drawing/2014/main" id="{D0DA4FA3-4B8B-64B4-E73E-367BB36EBED5}"/>
              </a:ext>
            </a:extLst>
          </p:cNvPr>
          <p:cNvSpPr txBox="1"/>
          <p:nvPr/>
        </p:nvSpPr>
        <p:spPr>
          <a:xfrm>
            <a:off x="922202" y="1736904"/>
            <a:ext cx="9776400" cy="432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An Introduction to R: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  <a:hlinkClick r:id="rId3"/>
              </a:rPr>
              <a:t>https://intro2r.com/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 for Data Science book: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  <a:hlinkClick r:id="rId4"/>
              </a:rPr>
              <a:t>https://r4ds.hadley.nz/</a:t>
            </a: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 err="1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Tidyverse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: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  <a:hlinkClick r:id="rId5"/>
              </a:rPr>
              <a:t>https://www.tidyverse.org/learn/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 </a:t>
            </a:r>
            <a:r>
              <a:rPr lang="en-US" sz="2006" kern="0" dirty="0" err="1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Cheatsheets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: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  <a:hlinkClick r:id="rId6"/>
              </a:rPr>
              <a:t>https://posit.co/resources/cheatsheets/</a:t>
            </a: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List of R packages on Comprehensive R Archive Network (CRAN):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  <a:hlinkClick r:id="rId7"/>
              </a:rPr>
              <a:t>https://cran.r-project.org/web/packages/available_packages_by_name.html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 err="1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Stackoverflow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is a great community site with lots of user submitted questions and answers about R (and other software!)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  <a:hlinkClick r:id="rId8"/>
              </a:rPr>
              <a:t>http://stackoverflow.com/questions/tagged/r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35785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4EF62E4-FB2B-7E4A-4CB1-53FFFC531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B2390F86-F7C2-0C93-6066-1A98C227DC84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Appendix on why coding and R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0C15ED0C-A394-9233-F734-6F8EBBB3A9C7}"/>
              </a:ext>
            </a:extLst>
          </p:cNvPr>
          <p:cNvSpPr/>
          <p:nvPr/>
        </p:nvSpPr>
        <p:spPr>
          <a:xfrm>
            <a:off x="1065004" y="2844069"/>
            <a:ext cx="8373826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5932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9470CC5-593A-690F-079B-89C049CD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065FBD60-648E-08FF-8FFE-BFA5ED4D3D17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Why code?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84E805A2-8A26-865B-942E-CB7F034379BD}"/>
              </a:ext>
            </a:extLst>
          </p:cNvPr>
          <p:cNvSpPr txBox="1"/>
          <p:nvPr/>
        </p:nvSpPr>
        <p:spPr>
          <a:xfrm>
            <a:off x="922202" y="1736904"/>
            <a:ext cx="9776400" cy="491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Conducting your data explorations, analyses, and figure creation via code is great for reproducibility.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What if you get an updated version of your dataset? Or another dataset to repeat your analysis on? Or a figure needs tweaking for publication?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If you did your work manually, you have to repeat the whole process. </a:t>
            </a:r>
          </a:p>
          <a:p>
            <a:pPr marL="1323721" lvl="3" indent="-288840">
              <a:lnSpc>
                <a:spcPct val="140013"/>
              </a:lnSpc>
              <a:buClr>
                <a:srgbClr val="12312B"/>
              </a:buClr>
              <a:buSzPts val="3009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ial"/>
              </a:rPr>
              <a:t>Manual modification is inefficient, error-prone, and hard to reproduce.</a:t>
            </a:r>
          </a:p>
          <a:p>
            <a:pPr marL="1323721" lvl="3" indent="-288840">
              <a:lnSpc>
                <a:spcPct val="140013"/>
              </a:lnSpc>
              <a:buClr>
                <a:srgbClr val="12312B"/>
              </a:buClr>
              <a:buSzPts val="3009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ial"/>
              </a:rPr>
              <a:t>It’s much harder for someone else to recreate your process. 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If you are using a script, you simply re-run it with the required updates.</a:t>
            </a:r>
          </a:p>
          <a:p>
            <a:pPr marL="1320631" lvl="3" indent="-285750">
              <a:lnSpc>
                <a:spcPct val="140013"/>
              </a:lnSpc>
              <a:buClr>
                <a:srgbClr val="12312B"/>
              </a:buClr>
              <a:buSzPts val="3009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Saves you time and ensures you get the same results each time.</a:t>
            </a:r>
          </a:p>
          <a:p>
            <a:pPr marL="1320631" lvl="3" indent="-285750">
              <a:lnSpc>
                <a:spcPct val="140013"/>
              </a:lnSpc>
              <a:buClr>
                <a:srgbClr val="12312B"/>
              </a:buClr>
              <a:buSzPts val="3009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Anyone can reproduce your work, given the same raw data files and the script.</a:t>
            </a: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100546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DLVI theme 1">
  <a:themeElements>
    <a:clrScheme name="Office">
      <a:dk1>
        <a:srgbClr val="12312B"/>
      </a:dk1>
      <a:lt1>
        <a:srgbClr val="FFFFFF"/>
      </a:lt1>
      <a:dk2>
        <a:srgbClr val="00693D"/>
      </a:dk2>
      <a:lt2>
        <a:srgbClr val="000000"/>
      </a:lt2>
      <a:accent1>
        <a:srgbClr val="A5D75F"/>
      </a:accent1>
      <a:accent2>
        <a:srgbClr val="00693D"/>
      </a:accent2>
      <a:accent3>
        <a:srgbClr val="12312B"/>
      </a:accent3>
      <a:accent4>
        <a:srgbClr val="C3E7FF"/>
      </a:accent4>
      <a:accent5>
        <a:srgbClr val="F5DC69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2370</TotalTime>
  <Words>986</Words>
  <Application>Microsoft Office PowerPoint</Application>
  <PresentationFormat>Widescreen</PresentationFormat>
  <Paragraphs>125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Anton</vt:lpstr>
      <vt:lpstr>Aptos</vt:lpstr>
      <vt:lpstr>Archivo</vt:lpstr>
      <vt:lpstr>Archivo ExtraBold</vt:lpstr>
      <vt:lpstr>Archivo Medium</vt:lpstr>
      <vt:lpstr>Archivo SemiBold</vt:lpstr>
      <vt:lpstr>Arial</vt:lpstr>
      <vt:lpstr>Calibri</vt:lpstr>
      <vt:lpstr>DLVI theme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open RStudio!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Owers Bonner</dc:creator>
  <cp:lastModifiedBy>Katie Owers Bonner</cp:lastModifiedBy>
  <cp:revision>4</cp:revision>
  <dcterms:created xsi:type="dcterms:W3CDTF">2025-09-16T18:18:09Z</dcterms:created>
  <dcterms:modified xsi:type="dcterms:W3CDTF">2026-08-31T13:48:03Z</dcterms:modified>
</cp:coreProperties>
</file>