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1"/>
  </p:sldMasterIdLst>
  <p:notesMasterIdLst>
    <p:notesMasterId r:id="rId19"/>
  </p:notesMasterIdLst>
  <p:sldIdLst>
    <p:sldId id="299" r:id="rId2"/>
    <p:sldId id="272" r:id="rId3"/>
    <p:sldId id="378" r:id="rId4"/>
    <p:sldId id="375" r:id="rId5"/>
    <p:sldId id="394" r:id="rId6"/>
    <p:sldId id="393" r:id="rId7"/>
    <p:sldId id="392" r:id="rId8"/>
    <p:sldId id="384" r:id="rId9"/>
    <p:sldId id="385" r:id="rId10"/>
    <p:sldId id="387" r:id="rId11"/>
    <p:sldId id="388" r:id="rId12"/>
    <p:sldId id="265" r:id="rId13"/>
    <p:sldId id="386" r:id="rId14"/>
    <p:sldId id="389" r:id="rId15"/>
    <p:sldId id="390" r:id="rId16"/>
    <p:sldId id="391" r:id="rId17"/>
    <p:sldId id="38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87CF4E-35EC-43E1-8BD5-AC5B8FE9E056}" v="127" dt="2026-08-25T14:53:32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9" autoAdjust="0"/>
    <p:restoredTop sz="94164" autoAdjust="0"/>
  </p:normalViewPr>
  <p:slideViewPr>
    <p:cSldViewPr snapToGrid="0">
      <p:cViewPr varScale="1">
        <p:scale>
          <a:sx n="149" d="100"/>
          <a:sy n="149" d="100"/>
        </p:scale>
        <p:origin x="112" y="1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 modMainMaster">
      <pc:chgData name="Katie Owers Bonner" userId="031be739-2ca3-49bb-9134-32c5274b029d" providerId="ADAL" clId="{A2AFF3C0-B35D-4D35-896C-645D8DA4EEB0}" dt="2026-08-25T14:53:24.731" v="634" actId="20577"/>
      <pc:docMkLst>
        <pc:docMk/>
      </pc:docMkLst>
      <pc:sldChg chg="add del">
        <pc:chgData name="Katie Owers Bonner" userId="031be739-2ca3-49bb-9134-32c5274b029d" providerId="ADAL" clId="{A2AFF3C0-B35D-4D35-896C-645D8DA4EEB0}" dt="2026-08-25T14:31:23.543" v="22" actId="47"/>
        <pc:sldMkLst>
          <pc:docMk/>
          <pc:sldMk cId="0" sldId="262"/>
        </pc:sldMkLst>
      </pc:sldChg>
      <pc:sldChg chg="add del">
        <pc:chgData name="Katie Owers Bonner" userId="031be739-2ca3-49bb-9134-32c5274b029d" providerId="ADAL" clId="{A2AFF3C0-B35D-4D35-896C-645D8DA4EEB0}" dt="2026-08-25T14:31:10.581" v="18" actId="47"/>
        <pc:sldMkLst>
          <pc:docMk/>
          <pc:sldMk cId="1346459711" sldId="271"/>
        </pc:sldMkLst>
      </pc:sldChg>
      <pc:sldChg chg="addSp delSp modSp mod">
        <pc:chgData name="Katie Owers Bonner" userId="031be739-2ca3-49bb-9134-32c5274b029d" providerId="ADAL" clId="{A2AFF3C0-B35D-4D35-896C-645D8DA4EEB0}" dt="2026-08-25T14:46:38.462" v="476" actId="313"/>
        <pc:sldMkLst>
          <pc:docMk/>
          <pc:sldMk cId="4126705857" sldId="272"/>
        </pc:sldMkLst>
        <pc:spChg chg="add del">
          <ac:chgData name="Katie Owers Bonner" userId="031be739-2ca3-49bb-9134-32c5274b029d" providerId="ADAL" clId="{A2AFF3C0-B35D-4D35-896C-645D8DA4EEB0}" dt="2026-08-25T14:42:06.676" v="259" actId="22"/>
          <ac:spMkLst>
            <pc:docMk/>
            <pc:sldMk cId="4126705857" sldId="272"/>
            <ac:spMk id="3" creationId="{D06F9670-E5F9-84CC-CC98-CF53532FBA9C}"/>
          </ac:spMkLst>
        </pc:spChg>
        <pc:spChg chg="add mod">
          <ac:chgData name="Katie Owers Bonner" userId="031be739-2ca3-49bb-9134-32c5274b029d" providerId="ADAL" clId="{A2AFF3C0-B35D-4D35-896C-645D8DA4EEB0}" dt="2026-08-25T14:46:16.424" v="473" actId="1076"/>
          <ac:spMkLst>
            <pc:docMk/>
            <pc:sldMk cId="4126705857" sldId="272"/>
            <ac:spMk id="5" creationId="{2F766A47-3969-77CD-137A-C419CA6CE80D}"/>
          </ac:spMkLst>
        </pc:spChg>
        <pc:spChg chg="add mod">
          <ac:chgData name="Katie Owers Bonner" userId="031be739-2ca3-49bb-9134-32c5274b029d" providerId="ADAL" clId="{A2AFF3C0-B35D-4D35-896C-645D8DA4EEB0}" dt="2026-08-25T14:46:21.588" v="474" actId="1076"/>
          <ac:spMkLst>
            <pc:docMk/>
            <pc:sldMk cId="4126705857" sldId="272"/>
            <ac:spMk id="7" creationId="{0BD0F876-354A-1447-6FF7-4602EAD3B654}"/>
          </ac:spMkLst>
        </pc:spChg>
        <pc:spChg chg="mod">
          <ac:chgData name="Katie Owers Bonner" userId="031be739-2ca3-49bb-9134-32c5274b029d" providerId="ADAL" clId="{A2AFF3C0-B35D-4D35-896C-645D8DA4EEB0}" dt="2026-08-25T14:41:03.934" v="237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8-25T14:46:38.462" v="476" actId="313"/>
          <ac:spMkLst>
            <pc:docMk/>
            <pc:sldMk cId="4126705857" sldId="272"/>
            <ac:spMk id="142" creationId="{1F33F10C-E37B-AAC3-E67B-2ECA203B4738}"/>
          </ac:spMkLst>
        </pc:spChg>
      </pc:sldChg>
      <pc:sldChg chg="add del">
        <pc:chgData name="Katie Owers Bonner" userId="031be739-2ca3-49bb-9134-32c5274b029d" providerId="ADAL" clId="{A2AFF3C0-B35D-4D35-896C-645D8DA4EEB0}" dt="2026-08-25T14:31:18.401" v="19" actId="47"/>
        <pc:sldMkLst>
          <pc:docMk/>
          <pc:sldMk cId="347713999" sldId="273"/>
        </pc:sldMkLst>
      </pc:sldChg>
      <pc:sldChg chg="add del">
        <pc:chgData name="Katie Owers Bonner" userId="031be739-2ca3-49bb-9134-32c5274b029d" providerId="ADAL" clId="{A2AFF3C0-B35D-4D35-896C-645D8DA4EEB0}" dt="2026-08-25T14:31:20.165" v="20" actId="47"/>
        <pc:sldMkLst>
          <pc:docMk/>
          <pc:sldMk cId="536404643" sldId="296"/>
        </pc:sldMkLst>
      </pc:sldChg>
      <pc:sldChg chg="delSp modSp mod">
        <pc:chgData name="Katie Owers Bonner" userId="031be739-2ca3-49bb-9134-32c5274b029d" providerId="ADAL" clId="{A2AFF3C0-B35D-4D35-896C-645D8DA4EEB0}" dt="2026-08-25T14:38:46.786" v="28" actId="1076"/>
        <pc:sldMkLst>
          <pc:docMk/>
          <pc:sldMk cId="0" sldId="299"/>
        </pc:sldMkLst>
        <pc:spChg chg="del">
          <ac:chgData name="Katie Owers Bonner" userId="031be739-2ca3-49bb-9134-32c5274b029d" providerId="ADAL" clId="{A2AFF3C0-B35D-4D35-896C-645D8DA4EEB0}" dt="2026-08-25T14:30:25.774" v="1" actId="478"/>
          <ac:spMkLst>
            <pc:docMk/>
            <pc:sldMk cId="0" sldId="299"/>
            <ac:spMk id="2" creationId="{979EBCB2-BDD6-364D-A3DF-4D6E8B1F0936}"/>
          </ac:spMkLst>
        </pc:spChg>
        <pc:spChg chg="mod">
          <ac:chgData name="Katie Owers Bonner" userId="031be739-2ca3-49bb-9134-32c5274b029d" providerId="ADAL" clId="{A2AFF3C0-B35D-4D35-896C-645D8DA4EEB0}" dt="2026-08-25T14:38:43.437" v="27"/>
          <ac:spMkLst>
            <pc:docMk/>
            <pc:sldMk cId="0" sldId="299"/>
            <ac:spMk id="109" creationId="{00000000-0000-0000-0000-000000000000}"/>
          </ac:spMkLst>
        </pc:spChg>
        <pc:spChg chg="del">
          <ac:chgData name="Katie Owers Bonner" userId="031be739-2ca3-49bb-9134-32c5274b029d" providerId="ADAL" clId="{A2AFF3C0-B35D-4D35-896C-645D8DA4EEB0}" dt="2026-08-25T14:30:24.772" v="0" actId="478"/>
          <ac:spMkLst>
            <pc:docMk/>
            <pc:sldMk cId="0" sldId="299"/>
            <ac:spMk id="111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8-25T14:38:46.786" v="28" actId="1076"/>
          <ac:spMkLst>
            <pc:docMk/>
            <pc:sldMk cId="0" sldId="299"/>
            <ac:spMk id="112" creationId="{00000000-0000-0000-0000-000000000000}"/>
          </ac:spMkLst>
        </pc:spChg>
      </pc:sldChg>
      <pc:sldChg chg="add del">
        <pc:chgData name="Katie Owers Bonner" userId="031be739-2ca3-49bb-9134-32c5274b029d" providerId="ADAL" clId="{A2AFF3C0-B35D-4D35-896C-645D8DA4EEB0}" dt="2026-08-25T14:31:22.198" v="21" actId="47"/>
        <pc:sldMkLst>
          <pc:docMk/>
          <pc:sldMk cId="561263410" sldId="373"/>
        </pc:sldMkLst>
      </pc:sldChg>
      <pc:sldChg chg="modSp add ord modAnim">
        <pc:chgData name="Katie Owers Bonner" userId="031be739-2ca3-49bb-9134-32c5274b029d" providerId="ADAL" clId="{A2AFF3C0-B35D-4D35-896C-645D8DA4EEB0}" dt="2026-08-25T14:45:25.449" v="429" actId="313"/>
        <pc:sldMkLst>
          <pc:docMk/>
          <pc:sldMk cId="562143459" sldId="375"/>
        </pc:sldMkLst>
        <pc:spChg chg="mod">
          <ac:chgData name="Katie Owers Bonner" userId="031be739-2ca3-49bb-9134-32c5274b029d" providerId="ADAL" clId="{A2AFF3C0-B35D-4D35-896C-645D8DA4EEB0}" dt="2026-08-25T14:45:25.449" v="429" actId="313"/>
          <ac:spMkLst>
            <pc:docMk/>
            <pc:sldMk cId="562143459" sldId="375"/>
            <ac:spMk id="142" creationId="{7DE38FC9-F588-DB16-DEF4-9A064F0868BD}"/>
          </ac:spMkLst>
        </pc:spChg>
      </pc:sldChg>
      <pc:sldChg chg="modSp add del mod ord">
        <pc:chgData name="Katie Owers Bonner" userId="031be739-2ca3-49bb-9134-32c5274b029d" providerId="ADAL" clId="{A2AFF3C0-B35D-4D35-896C-645D8DA4EEB0}" dt="2026-08-25T14:43:37.735" v="326"/>
        <pc:sldMkLst>
          <pc:docMk/>
          <pc:sldMk cId="3232213593" sldId="378"/>
        </pc:sldMkLst>
        <pc:spChg chg="mod">
          <ac:chgData name="Katie Owers Bonner" userId="031be739-2ca3-49bb-9134-32c5274b029d" providerId="ADAL" clId="{A2AFF3C0-B35D-4D35-896C-645D8DA4EEB0}" dt="2026-08-25T14:43:11.738" v="317" actId="6549"/>
          <ac:spMkLst>
            <pc:docMk/>
            <pc:sldMk cId="3232213593" sldId="378"/>
            <ac:spMk id="134" creationId="{FEA38807-BE59-A68E-0EEB-A887423F4006}"/>
          </ac:spMkLst>
        </pc:spChg>
        <pc:spChg chg="mod">
          <ac:chgData name="Katie Owers Bonner" userId="031be739-2ca3-49bb-9134-32c5274b029d" providerId="ADAL" clId="{A2AFF3C0-B35D-4D35-896C-645D8DA4EEB0}" dt="2026-08-25T14:43:17.047" v="318" actId="14100"/>
          <ac:spMkLst>
            <pc:docMk/>
            <pc:sldMk cId="3232213593" sldId="378"/>
            <ac:spMk id="135" creationId="{1BA0CAB5-CDA3-72FC-D287-AB3FF896BC57}"/>
          </ac:spMkLst>
        </pc:spChg>
      </pc:sldChg>
      <pc:sldChg chg="add del">
        <pc:chgData name="Katie Owers Bonner" userId="031be739-2ca3-49bb-9134-32c5274b029d" providerId="ADAL" clId="{A2AFF3C0-B35D-4D35-896C-645D8DA4EEB0}" dt="2026-08-25T14:43:25.345" v="321"/>
        <pc:sldMkLst>
          <pc:docMk/>
          <pc:sldMk cId="4275729855" sldId="378"/>
        </pc:sldMkLst>
      </pc:sldChg>
      <pc:sldChg chg="add del">
        <pc:chgData name="Katie Owers Bonner" userId="031be739-2ca3-49bb-9134-32c5274b029d" providerId="ADAL" clId="{A2AFF3C0-B35D-4D35-896C-645D8DA4EEB0}" dt="2026-08-25T14:31:00.813" v="13" actId="47"/>
        <pc:sldMkLst>
          <pc:docMk/>
          <pc:sldMk cId="2135785689" sldId="380"/>
        </pc:sldMkLst>
      </pc:sldChg>
      <pc:sldChg chg="modSp mod">
        <pc:chgData name="Katie Owers Bonner" userId="031be739-2ca3-49bb-9134-32c5274b029d" providerId="ADAL" clId="{A2AFF3C0-B35D-4D35-896C-645D8DA4EEB0}" dt="2026-08-25T14:42:36.600" v="275" actId="20577"/>
        <pc:sldMkLst>
          <pc:docMk/>
          <pc:sldMk cId="1004716227" sldId="384"/>
        </pc:sldMkLst>
        <pc:spChg chg="mod">
          <ac:chgData name="Katie Owers Bonner" userId="031be739-2ca3-49bb-9134-32c5274b029d" providerId="ADAL" clId="{A2AFF3C0-B35D-4D35-896C-645D8DA4EEB0}" dt="2026-08-25T14:42:36.600" v="275" actId="20577"/>
          <ac:spMkLst>
            <pc:docMk/>
            <pc:sldMk cId="1004716227" sldId="384"/>
            <ac:spMk id="410" creationId="{56E0C99F-CD6A-56C9-69D8-9A0ACFD8D8BA}"/>
          </ac:spMkLst>
        </pc:spChg>
      </pc:sldChg>
      <pc:sldChg chg="add del">
        <pc:chgData name="Katie Owers Bonner" userId="031be739-2ca3-49bb-9134-32c5274b029d" providerId="ADAL" clId="{A2AFF3C0-B35D-4D35-896C-645D8DA4EEB0}" dt="2026-08-25T14:30:52.052" v="10" actId="47"/>
        <pc:sldMkLst>
          <pc:docMk/>
          <pc:sldMk cId="3950166842" sldId="390"/>
        </pc:sldMkLst>
      </pc:sldChg>
      <pc:sldChg chg="add">
        <pc:chgData name="Katie Owers Bonner" userId="031be739-2ca3-49bb-9134-32c5274b029d" providerId="ADAL" clId="{A2AFF3C0-B35D-4D35-896C-645D8DA4EEB0}" dt="2026-08-25T14:43:01.455" v="284" actId="2890"/>
        <pc:sldMkLst>
          <pc:docMk/>
          <pc:sldMk cId="1223427279" sldId="391"/>
        </pc:sldMkLst>
      </pc:sldChg>
      <pc:sldChg chg="add del">
        <pc:chgData name="Katie Owers Bonner" userId="031be739-2ca3-49bb-9134-32c5274b029d" providerId="ADAL" clId="{A2AFF3C0-B35D-4D35-896C-645D8DA4EEB0}" dt="2026-08-25T14:42:57.424" v="283"/>
        <pc:sldMkLst>
          <pc:docMk/>
          <pc:sldMk cId="2689544542" sldId="391"/>
        </pc:sldMkLst>
      </pc:sldChg>
      <pc:sldChg chg="modSp add del mod">
        <pc:chgData name="Katie Owers Bonner" userId="031be739-2ca3-49bb-9134-32c5274b029d" providerId="ADAL" clId="{A2AFF3C0-B35D-4D35-896C-645D8DA4EEB0}" dt="2026-08-25T14:42:25.989" v="266" actId="47"/>
        <pc:sldMkLst>
          <pc:docMk/>
          <pc:sldMk cId="2944975061" sldId="391"/>
        </pc:sldMkLst>
        <pc:spChg chg="mod">
          <ac:chgData name="Katie Owers Bonner" userId="031be739-2ca3-49bb-9134-32c5274b029d" providerId="ADAL" clId="{A2AFF3C0-B35D-4D35-896C-645D8DA4EEB0}" dt="2026-08-25T14:41:33.380" v="245"/>
          <ac:spMkLst>
            <pc:docMk/>
            <pc:sldMk cId="2944975061" sldId="391"/>
            <ac:spMk id="141" creationId="{B4611B3F-98A1-021B-2D41-FA612281AE1E}"/>
          </ac:spMkLst>
        </pc:spChg>
        <pc:spChg chg="mod">
          <ac:chgData name="Katie Owers Bonner" userId="031be739-2ca3-49bb-9134-32c5274b029d" providerId="ADAL" clId="{A2AFF3C0-B35D-4D35-896C-645D8DA4EEB0}" dt="2026-08-25T14:42:15.366" v="262" actId="1076"/>
          <ac:spMkLst>
            <pc:docMk/>
            <pc:sldMk cId="2944975061" sldId="391"/>
            <ac:spMk id="142" creationId="{E2492666-7CBC-4032-30A9-9FFCAE4B2F1B}"/>
          </ac:spMkLst>
        </pc:spChg>
      </pc:sldChg>
      <pc:sldChg chg="add del">
        <pc:chgData name="Katie Owers Bonner" userId="031be739-2ca3-49bb-9134-32c5274b029d" providerId="ADAL" clId="{A2AFF3C0-B35D-4D35-896C-645D8DA4EEB0}" dt="2026-08-25T14:42:51.181" v="281"/>
        <pc:sldMkLst>
          <pc:docMk/>
          <pc:sldMk cId="3020371471" sldId="391"/>
        </pc:sldMkLst>
      </pc:sldChg>
      <pc:sldChg chg="add del">
        <pc:chgData name="Katie Owers Bonner" userId="031be739-2ca3-49bb-9134-32c5274b029d" providerId="ADAL" clId="{A2AFF3C0-B35D-4D35-896C-645D8DA4EEB0}" dt="2026-08-25T14:42:48.088" v="279"/>
        <pc:sldMkLst>
          <pc:docMk/>
          <pc:sldMk cId="3268291564" sldId="391"/>
        </pc:sldMkLst>
      </pc:sldChg>
      <pc:sldChg chg="modSp add mod ord">
        <pc:chgData name="Katie Owers Bonner" userId="031be739-2ca3-49bb-9134-32c5274b029d" providerId="ADAL" clId="{A2AFF3C0-B35D-4D35-896C-645D8DA4EEB0}" dt="2026-08-25T14:44:33.865" v="332"/>
        <pc:sldMkLst>
          <pc:docMk/>
          <pc:sldMk cId="3322178910" sldId="392"/>
        </pc:sldMkLst>
        <pc:spChg chg="mod">
          <ac:chgData name="Katie Owers Bonner" userId="031be739-2ca3-49bb-9134-32c5274b029d" providerId="ADAL" clId="{A2AFF3C0-B35D-4D35-896C-645D8DA4EEB0}" dt="2026-08-25T14:44:30.944" v="330"/>
          <ac:spMkLst>
            <pc:docMk/>
            <pc:sldMk cId="3322178910" sldId="392"/>
            <ac:spMk id="134" creationId="{461A2AA7-A189-6690-0054-72A9714C02A4}"/>
          </ac:spMkLst>
        </pc:spChg>
      </pc:sldChg>
      <pc:sldChg chg="add del">
        <pc:chgData name="Katie Owers Bonner" userId="031be739-2ca3-49bb-9134-32c5274b029d" providerId="ADAL" clId="{A2AFF3C0-B35D-4D35-896C-645D8DA4EEB0}" dt="2026-08-25T14:44:22.300" v="329"/>
        <pc:sldMkLst>
          <pc:docMk/>
          <pc:sldMk cId="1167498359" sldId="393"/>
        </pc:sldMkLst>
      </pc:sldChg>
      <pc:sldChg chg="addSp delSp modSp new mod modClrScheme chgLayout">
        <pc:chgData name="Katie Owers Bonner" userId="031be739-2ca3-49bb-9134-32c5274b029d" providerId="ADAL" clId="{A2AFF3C0-B35D-4D35-896C-645D8DA4EEB0}" dt="2026-08-25T14:48:26.502" v="514" actId="1076"/>
        <pc:sldMkLst>
          <pc:docMk/>
          <pc:sldMk cId="2296402173" sldId="393"/>
        </pc:sldMkLst>
        <pc:spChg chg="add mod ord">
          <ac:chgData name="Katie Owers Bonner" userId="031be739-2ca3-49bb-9134-32c5274b029d" providerId="ADAL" clId="{A2AFF3C0-B35D-4D35-896C-645D8DA4EEB0}" dt="2026-08-25T14:48:26.502" v="514" actId="1076"/>
          <ac:spMkLst>
            <pc:docMk/>
            <pc:sldMk cId="2296402173" sldId="393"/>
            <ac:spMk id="2" creationId="{2E7D3381-C585-2A1E-1968-D1CFD3DF086F}"/>
          </ac:spMkLst>
        </pc:spChg>
        <pc:spChg chg="add del mod">
          <ac:chgData name="Katie Owers Bonner" userId="031be739-2ca3-49bb-9134-32c5274b029d" providerId="ADAL" clId="{A2AFF3C0-B35D-4D35-896C-645D8DA4EEB0}" dt="2026-08-25T14:47:55.402" v="508" actId="26606"/>
          <ac:spMkLst>
            <pc:docMk/>
            <pc:sldMk cId="2296402173" sldId="393"/>
            <ac:spMk id="3" creationId="{E5AC3EB7-06CD-717F-0B82-DDDA9A23BA55}"/>
          </ac:spMkLst>
        </pc:spChg>
        <pc:spChg chg="add del mod">
          <ac:chgData name="Katie Owers Bonner" userId="031be739-2ca3-49bb-9134-32c5274b029d" providerId="ADAL" clId="{A2AFF3C0-B35D-4D35-896C-645D8DA4EEB0}" dt="2026-08-25T14:47:55.402" v="507" actId="26606"/>
          <ac:spMkLst>
            <pc:docMk/>
            <pc:sldMk cId="2296402173" sldId="393"/>
            <ac:spMk id="5" creationId="{7639195E-1B8D-B740-7CED-5AD05C684A81}"/>
          </ac:spMkLst>
        </pc:spChg>
        <pc:spChg chg="add del mod">
          <ac:chgData name="Katie Owers Bonner" userId="031be739-2ca3-49bb-9134-32c5274b029d" providerId="ADAL" clId="{A2AFF3C0-B35D-4D35-896C-645D8DA4EEB0}" dt="2026-08-25T14:47:58.573" v="509" actId="478"/>
          <ac:spMkLst>
            <pc:docMk/>
            <pc:sldMk cId="2296402173" sldId="393"/>
            <ac:spMk id="7" creationId="{87D80540-3164-8E2F-F8BF-C56C49DA85F4}"/>
          </ac:spMkLst>
        </pc:spChg>
        <pc:spChg chg="add del mod">
          <ac:chgData name="Katie Owers Bonner" userId="031be739-2ca3-49bb-9134-32c5274b029d" providerId="ADAL" clId="{A2AFF3C0-B35D-4D35-896C-645D8DA4EEB0}" dt="2026-08-25T14:47:48.044" v="505" actId="26606"/>
          <ac:spMkLst>
            <pc:docMk/>
            <pc:sldMk cId="2296402173" sldId="393"/>
            <ac:spMk id="8" creationId="{C9A51912-6A04-4A61-7A1B-8D813180F983}"/>
          </ac:spMkLst>
        </pc:spChg>
      </pc:sldChg>
      <pc:sldChg chg="modSp add mod">
        <pc:chgData name="Katie Owers Bonner" userId="031be739-2ca3-49bb-9134-32c5274b029d" providerId="ADAL" clId="{A2AFF3C0-B35D-4D35-896C-645D8DA4EEB0}" dt="2026-08-25T14:53:24.731" v="634" actId="20577"/>
        <pc:sldMkLst>
          <pc:docMk/>
          <pc:sldMk cId="299887867" sldId="394"/>
        </pc:sldMkLst>
        <pc:spChg chg="mod">
          <ac:chgData name="Katie Owers Bonner" userId="031be739-2ca3-49bb-9134-32c5274b029d" providerId="ADAL" clId="{A2AFF3C0-B35D-4D35-896C-645D8DA4EEB0}" dt="2026-08-25T14:51:58.776" v="522" actId="20577"/>
          <ac:spMkLst>
            <pc:docMk/>
            <pc:sldMk cId="299887867" sldId="394"/>
            <ac:spMk id="141" creationId="{AE4158B6-8761-52F6-CACA-EBF218F2FE86}"/>
          </ac:spMkLst>
        </pc:spChg>
        <pc:spChg chg="mod">
          <ac:chgData name="Katie Owers Bonner" userId="031be739-2ca3-49bb-9134-32c5274b029d" providerId="ADAL" clId="{A2AFF3C0-B35D-4D35-896C-645D8DA4EEB0}" dt="2026-08-25T14:53:24.731" v="634" actId="20577"/>
          <ac:spMkLst>
            <pc:docMk/>
            <pc:sldMk cId="299887867" sldId="394"/>
            <ac:spMk id="142" creationId="{ED28661F-5D4A-6D19-D01A-4721E776D7AF}"/>
          </ac:spMkLst>
        </pc:spChg>
      </pc:sldChg>
      <pc:sldMasterChg chg="addSldLayout delSldLayout modSldLayout">
        <pc:chgData name="Katie Owers Bonner" userId="031be739-2ca3-49bb-9134-32c5274b029d" providerId="ADAL" clId="{A2AFF3C0-B35D-4D35-896C-645D8DA4EEB0}" dt="2026-08-25T14:47:19.202" v="501"/>
        <pc:sldMasterMkLst>
          <pc:docMk/>
          <pc:sldMasterMk cId="2621704862" sldId="2147483661"/>
        </pc:sldMasterMkLst>
        <pc:sldLayoutChg chg="add del">
          <pc:chgData name="Katie Owers Bonner" userId="031be739-2ca3-49bb-9134-32c5274b029d" providerId="ADAL" clId="{A2AFF3C0-B35D-4D35-896C-645D8DA4EEB0}" dt="2026-08-25T14:31:02.543" v="15" actId="47"/>
          <pc:sldLayoutMkLst>
            <pc:docMk/>
            <pc:sldMasterMk cId="2621704862" sldId="2147483661"/>
            <pc:sldLayoutMk cId="2982445581" sldId="2147483662"/>
          </pc:sldLayoutMkLst>
        </pc:sldLayoutChg>
        <pc:sldLayoutChg chg="add del">
          <pc:chgData name="Katie Owers Bonner" userId="031be739-2ca3-49bb-9134-32c5274b029d" providerId="ADAL" clId="{A2AFF3C0-B35D-4D35-896C-645D8DA4EEB0}" dt="2026-08-25T14:31:23.543" v="22" actId="47"/>
          <pc:sldLayoutMkLst>
            <pc:docMk/>
            <pc:sldMasterMk cId="2621704862" sldId="2147483661"/>
            <pc:sldLayoutMk cId="2584189377" sldId="2147483676"/>
          </pc:sldLayoutMkLst>
        </pc:sldLayoutChg>
        <pc:sldLayoutChg chg="delSp">
          <pc:chgData name="Katie Owers Bonner" userId="031be739-2ca3-49bb-9134-32c5274b029d" providerId="ADAL" clId="{A2AFF3C0-B35D-4D35-896C-645D8DA4EEB0}" dt="2026-08-25T14:47:19.202" v="501"/>
          <pc:sldLayoutMkLst>
            <pc:docMk/>
            <pc:sldMasterMk cId="2621704862" sldId="2147483661"/>
            <pc:sldLayoutMk cId="3920709949" sldId="2147483683"/>
          </pc:sldLayoutMkLst>
          <pc:spChg chg="del">
            <ac:chgData name="Katie Owers Bonner" userId="031be739-2ca3-49bb-9134-32c5274b029d" providerId="ADAL" clId="{A2AFF3C0-B35D-4D35-896C-645D8DA4EEB0}" dt="2026-08-25T14:47:19.202" v="501"/>
            <ac:spMkLst>
              <pc:docMk/>
              <pc:sldMasterMk cId="2621704862" sldId="2147483661"/>
              <pc:sldLayoutMk cId="3920709949" sldId="2147483683"/>
              <ac:spMk id="73" creationId="{00000000-0000-0000-0000-000000000000}"/>
            </ac:spMkLst>
          </pc:spChg>
          <pc:spChg chg="del">
            <ac:chgData name="Katie Owers Bonner" userId="031be739-2ca3-49bb-9134-32c5274b029d" providerId="ADAL" clId="{A2AFF3C0-B35D-4D35-896C-645D8DA4EEB0}" dt="2026-08-25T14:47:19.202" v="501"/>
            <ac:spMkLst>
              <pc:docMk/>
              <pc:sldMasterMk cId="2621704862" sldId="2147483661"/>
              <pc:sldLayoutMk cId="3920709949" sldId="2147483683"/>
              <ac:spMk id="74" creationId="{00000000-0000-0000-0000-000000000000}"/>
            </ac:spMkLst>
          </pc:spChg>
          <pc:spChg chg="del">
            <ac:chgData name="Katie Owers Bonner" userId="031be739-2ca3-49bb-9134-32c5274b029d" providerId="ADAL" clId="{A2AFF3C0-B35D-4D35-896C-645D8DA4EEB0}" dt="2026-08-25T14:47:19.202" v="501"/>
            <ac:spMkLst>
              <pc:docMk/>
              <pc:sldMasterMk cId="2621704862" sldId="2147483661"/>
              <pc:sldLayoutMk cId="3920709949" sldId="2147483683"/>
              <ac:spMk id="76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people are joining - put something you're looking forward to this month in the chat!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ACCF28EA-1569-69D8-5CF6-71CB9D713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882B79C-0057-479C-E3B4-65DC76B77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D0A03CF-C2E7-941E-0118-BEF3FDE45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9199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F87D20C0-3F7E-DD26-A611-CB26FCE0E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E2726694-0C77-53BB-281B-BFA3E3106A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1133899-A8EC-D149-0704-5522C9F4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3115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B0C3539-68DA-0787-A46A-D642D670C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7C052B2D-5215-0CF8-775A-99065ABD3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E0DC4AA-4AE6-C0D4-1414-BB1EC6F0ED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66343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232FB8A-2720-6C56-6722-EE6DDB7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626E4B8D-96F4-90DB-55B2-FE5C7BC3EF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65DB926-5A62-00EA-DFCD-1D025DEC93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41808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>
          <a:extLst>
            <a:ext uri="{FF2B5EF4-FFF2-40B4-BE49-F238E27FC236}">
              <a16:creationId xmlns:a16="http://schemas.microsoft.com/office/drawing/2014/main" id="{32423220-91B8-3E4A-AD51-8C162C4D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b4aedc2736_1_66:notes">
            <a:extLst>
              <a:ext uri="{FF2B5EF4-FFF2-40B4-BE49-F238E27FC236}">
                <a16:creationId xmlns:a16="http://schemas.microsoft.com/office/drawing/2014/main" id="{3AE17D78-B94E-0885-8654-55A2628A0E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8" name="Google Shape;408;g3b4aedc2736_1_66:notes">
            <a:extLst>
              <a:ext uri="{FF2B5EF4-FFF2-40B4-BE49-F238E27FC236}">
                <a16:creationId xmlns:a16="http://schemas.microsoft.com/office/drawing/2014/main" id="{44159FB1-9FF7-B386-6FF9-A2ECCBDC82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035227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FD496C86-BD29-EF09-A05D-6ED002C43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ADF53E40-57A9-3F77-5C33-BAB473FC6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39FF0E30-E4E3-613A-39D2-ECF98AED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90072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0F7086A5-A86A-C9CF-5D0E-EFF43A4E8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7E4C12AA-A7C9-ECC0-C304-F5B05BE903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73A9895A-2001-B9C0-94BE-EA02E66485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250030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34F22D89-3098-F772-6A2C-E8AB6713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67E83DA5-1B8C-A466-EDE7-107175B5A9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FC1B0303-9825-AF45-0DBC-14F560F912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047860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D52CD886-8754-7809-405B-8DAF1592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809EFAC0-A85A-ED58-9160-0051A1C560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6AE29A8C-89B0-2732-10FB-5794D8CF7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50549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F74F3772-11A2-9825-46D4-57DC19ED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FBC4A287-DEDE-622A-DE77-43E41429E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8CD2081C-559B-B5B2-FCF1-C781209EF2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8783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>
          <a:extLst>
            <a:ext uri="{FF2B5EF4-FFF2-40B4-BE49-F238E27FC236}">
              <a16:creationId xmlns:a16="http://schemas.microsoft.com/office/drawing/2014/main" id="{0355F859-177F-3E88-8C28-609B0065D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b4aedc2736_1_104:notes">
            <a:extLst>
              <a:ext uri="{FF2B5EF4-FFF2-40B4-BE49-F238E27FC236}">
                <a16:creationId xmlns:a16="http://schemas.microsoft.com/office/drawing/2014/main" id="{610C72A0-7C01-AF03-DA03-C34DB27BE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01" name="Google Shape;401;g3b4aedc2736_1_104:notes">
            <a:extLst>
              <a:ext uri="{FF2B5EF4-FFF2-40B4-BE49-F238E27FC236}">
                <a16:creationId xmlns:a16="http://schemas.microsoft.com/office/drawing/2014/main" id="{BC8C6A0F-31BF-682C-182C-C466B24E49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478008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07BF2BAE-A6AD-6B47-92E2-F101BF5AF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99EDCD5D-FFCC-0211-22E3-692E5B33FD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8E5AAF43-F0FB-A36A-0BA1-57F9E3AD5B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6932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95D8FAB-0339-937C-67C8-15494A18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188C6983-3A30-091A-D356-6AA42563C7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CB311C2-A495-60D6-F97C-5BE9FAD627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4264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45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 2">
  <p:cSld name="Text Only No Grid or Swoosh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-4" y="-3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53833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20709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8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9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7" r:id="rId12"/>
    <p:sldLayoutId id="2147483678" r:id="rId13"/>
    <p:sldLayoutId id="2147483679" r:id="rId14"/>
    <p:sldLayoutId id="2147483680" r:id="rId15"/>
    <p:sldLayoutId id="2147483681" r:id="rId16"/>
    <p:sldLayoutId id="2147483683" r:id="rId17"/>
    <p:sldLayoutId id="2147483684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osit.co/ide/user/#rstudio-ide-oss-downloads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artgo.org/r-projec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posit.co/hc/en-us/articles/201057987-Quick-list-of-useful-R-packag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://stackoverflow.com/questions/tagged/r" TargetMode="External"/><Relationship Id="rId3" Type="http://schemas.openxmlformats.org/officeDocument/2006/relationships/hyperlink" Target="https://intro2r.com/" TargetMode="External"/><Relationship Id="rId7" Type="http://schemas.openxmlformats.org/officeDocument/2006/relationships/hyperlink" Target="https://cran.r-project.org/web/packages/available_packages_by_name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sit.co/resources/cheatsheets/" TargetMode="External"/><Relationship Id="rId5" Type="http://schemas.openxmlformats.org/officeDocument/2006/relationships/hyperlink" Target="https://www.tidyverse.org/learn/" TargetMode="External"/><Relationship Id="rId4" Type="http://schemas.openxmlformats.org/officeDocument/2006/relationships/hyperlink" Target="https://r4ds.hadley.nz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257100" y="2303138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Starting a Research Project in R</a:t>
            </a:r>
          </a:p>
        </p:txBody>
      </p:sp>
      <p:sp>
        <p:nvSpPr>
          <p:cNvPr id="112" name="Google Shape;112;p22"/>
          <p:cNvSpPr/>
          <p:nvPr/>
        </p:nvSpPr>
        <p:spPr>
          <a:xfrm>
            <a:off x="544538" y="3246745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Part 1: Intro to R and RStudio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84764" y="1900078"/>
            <a:ext cx="9776400" cy="224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During this part, we will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Explore the RStudio interface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Create our first script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Learn basic R syntax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41;p26">
            <a:extLst>
              <a:ext uri="{FF2B5EF4-FFF2-40B4-BE49-F238E27FC236}">
                <a16:creationId xmlns:a16="http://schemas.microsoft.com/office/drawing/2014/main" id="{2F766A47-3969-77CD-137A-C419CA6CE80D}"/>
              </a:ext>
            </a:extLst>
          </p:cNvPr>
          <p:cNvSpPr txBox="1"/>
          <p:nvPr/>
        </p:nvSpPr>
        <p:spPr>
          <a:xfrm>
            <a:off x="798287" y="3678703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Part 2: Starting your project in R</a:t>
            </a:r>
          </a:p>
        </p:txBody>
      </p:sp>
      <p:sp>
        <p:nvSpPr>
          <p:cNvPr id="7" name="Google Shape;142;p26">
            <a:extLst>
              <a:ext uri="{FF2B5EF4-FFF2-40B4-BE49-F238E27FC236}">
                <a16:creationId xmlns:a16="http://schemas.microsoft.com/office/drawing/2014/main" id="{0BD0F876-354A-1447-6FF7-4602EAD3B654}"/>
              </a:ext>
            </a:extLst>
          </p:cNvPr>
          <p:cNvSpPr txBox="1"/>
          <p:nvPr/>
        </p:nvSpPr>
        <p:spPr>
          <a:xfrm>
            <a:off x="798287" y="4476635"/>
            <a:ext cx="9776400" cy="1809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During this part, we will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Organize your files for doing research in R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 different types of data into R (e.g., .csv, .xlsx)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Understand and get help using functions and packages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42EA1F2D-D25B-796B-DA2E-8AC817353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EA38807-BE59-A68E-0EEB-A887423F4006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Part 1: Intro to R and RStudio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1BA0CAB5-CDA3-72FC-D287-AB3FF896BC57}"/>
              </a:ext>
            </a:extLst>
          </p:cNvPr>
          <p:cNvSpPr/>
          <p:nvPr/>
        </p:nvSpPr>
        <p:spPr>
          <a:xfrm>
            <a:off x="1065004" y="2844069"/>
            <a:ext cx="766025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2213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65FAE52-A585-C262-317A-B609786EA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26341D2-E632-E3B7-6864-AC2D1CE9633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Why R </a:t>
            </a:r>
            <a:r>
              <a:rPr lang="en-US" sz="3446" i="1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and</a:t>
            </a: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  RStudio?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7DE38FC9-F588-DB16-DEF4-9A064F0868BD}"/>
              </a:ext>
            </a:extLst>
          </p:cNvPr>
          <p:cNvSpPr txBox="1"/>
          <p:nvPr/>
        </p:nvSpPr>
        <p:spPr>
          <a:xfrm>
            <a:off x="922202" y="1736904"/>
            <a:ext cx="9776400" cy="4532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is both the language itself and a software interface for using it.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That interface is minimal and clunky.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RStudio is another software that gives you a well-organized, easy to work with interface for R. </a:t>
            </a:r>
          </a:p>
          <a:p>
            <a:pPr marL="409321" lvl="1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dirty="0"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Nearly everyone in research uses R via RStudio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Terminology note: When someone says they use R, it’s safe to assume they use the RStudio interface and the R language.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If your group/class uses Positron instead of RStudio, let us know!</a:t>
            </a:r>
          </a:p>
        </p:txBody>
      </p:sp>
    </p:spTree>
    <p:extLst>
      <p:ext uri="{BB962C8B-B14F-4D97-AF65-F5344CB8AC3E}">
        <p14:creationId xmlns:p14="http://schemas.microsoft.com/office/powerpoint/2010/main" val="562143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4A192750-93E6-2156-0108-3FE5F23B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E4158B6-8761-52F6-CACA-EBF218F2FE86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Installation Check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D28661F-5D4A-6D19-D01A-4721E776D7AF}"/>
              </a:ext>
            </a:extLst>
          </p:cNvPr>
          <p:cNvSpPr txBox="1"/>
          <p:nvPr/>
        </p:nvSpPr>
        <p:spPr>
          <a:xfrm>
            <a:off x="922202" y="1736904"/>
            <a:ext cx="9776400" cy="2936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Does everyone have both R and RStudio installed?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If not,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Download and install R from </a:t>
            </a:r>
            <a:r>
              <a:rPr lang="en-US" dirty="0">
                <a:latin typeface="Archivo Medium"/>
                <a:sym typeface="Archivo Medium"/>
                <a:hlinkClick r:id="rId3"/>
              </a:rPr>
              <a:t>https://cran.r-project.org</a:t>
            </a:r>
            <a:r>
              <a:rPr lang="en-US" dirty="0">
                <a:latin typeface="Archivo Medium"/>
                <a:sym typeface="Archivo Medium"/>
              </a:rPr>
              <a:t>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Download and install RStudio from </a:t>
            </a:r>
            <a:r>
              <a:rPr lang="en-US" dirty="0">
                <a:latin typeface="Archivo Medium"/>
                <a:sym typeface="Archivo Medium"/>
                <a:hlinkClick r:id="rId4"/>
              </a:rPr>
              <a:t>https://docs.posit.co/ide/user/#rstudio-ide-oss-downloads</a:t>
            </a:r>
            <a:r>
              <a:rPr lang="en-US" dirty="0">
                <a:latin typeface="Archivo Medium"/>
                <a:sym typeface="Archivo Medium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99887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D3381-C585-2A1E-1968-D1CFD3DF086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95833" y="2846896"/>
            <a:ext cx="11249025" cy="1487488"/>
          </a:xfrm>
        </p:spPr>
        <p:txBody>
          <a:bodyPr wrap="square" anchor="ctr">
            <a:normAutofit/>
          </a:bodyPr>
          <a:lstStyle/>
          <a:p>
            <a:r>
              <a:rPr lang="en-US" sz="5400" dirty="0"/>
              <a:t>Let’s open RStudio!</a:t>
            </a:r>
          </a:p>
        </p:txBody>
      </p:sp>
    </p:spTree>
    <p:extLst>
      <p:ext uri="{BB962C8B-B14F-4D97-AF65-F5344CB8AC3E}">
        <p14:creationId xmlns:p14="http://schemas.microsoft.com/office/powerpoint/2010/main" val="2296402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D22E9A66-F74D-4642-A9A3-C215647AB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461A2AA7-A189-6690-0054-72A9714C02A4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Part 2: Starting your project in R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7E7068CE-15A4-42FC-40CB-A94290F4BFD7}"/>
              </a:ext>
            </a:extLst>
          </p:cNvPr>
          <p:cNvSpPr/>
          <p:nvPr/>
        </p:nvSpPr>
        <p:spPr>
          <a:xfrm>
            <a:off x="1065004" y="2844069"/>
            <a:ext cx="7660252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22178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>
          <a:extLst>
            <a:ext uri="{FF2B5EF4-FFF2-40B4-BE49-F238E27FC236}">
              <a16:creationId xmlns:a16="http://schemas.microsoft.com/office/drawing/2014/main" id="{4FAC6602-F709-1D1D-44E5-DA5EB3094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78">
            <a:extLst>
              <a:ext uri="{FF2B5EF4-FFF2-40B4-BE49-F238E27FC236}">
                <a16:creationId xmlns:a16="http://schemas.microsoft.com/office/drawing/2014/main" id="{56E0C99F-CD6A-56C9-69D8-9A0ACFD8D8BA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Agenda for Part 2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11" name="Google Shape;411;p78">
            <a:extLst>
              <a:ext uri="{FF2B5EF4-FFF2-40B4-BE49-F238E27FC236}">
                <a16:creationId xmlns:a16="http://schemas.microsoft.com/office/drawing/2014/main" id="{DFBCC7F1-E720-B918-8B69-A0B3687D7154}"/>
              </a:ext>
            </a:extLst>
          </p:cNvPr>
          <p:cNvSpPr txBox="1"/>
          <p:nvPr/>
        </p:nvSpPr>
        <p:spPr>
          <a:xfrm>
            <a:off x="867673" y="1900079"/>
            <a:ext cx="9776400" cy="475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Organizational tools that set up your project for success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One folder, one project 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R Projects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sym typeface="Archivo Medium"/>
              </a:rPr>
              <a:t>Load data into R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Learn how functions work and how to access their documentation</a:t>
            </a:r>
            <a:endParaRPr lang="en-US"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Learn about packages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ea typeface="Arial"/>
              <a:cs typeface="Arial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04716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D19B995F-4F11-003F-071B-0101898D8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BBBB5F37-0696-8B6F-E525-4BC94DE9A0ED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Project organization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5C4BE77C-871F-04F9-5530-4C4BCEF146E7}"/>
              </a:ext>
            </a:extLst>
          </p:cNvPr>
          <p:cNvSpPr txBox="1"/>
          <p:nvPr/>
        </p:nvSpPr>
        <p:spPr>
          <a:xfrm>
            <a:off x="880492" y="1904631"/>
            <a:ext cx="9776400" cy="4832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One folder, one project – store all files for a project in one well-organized folder, with subfolders for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Documents (docs)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Data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Code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Output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1600" dirty="0">
                <a:latin typeface="Archivo Medium"/>
                <a:sym typeface="Archivo Medium"/>
              </a:rPr>
              <a:t>Others as needed</a:t>
            </a: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The materials for today are organized this way and are available here: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3"/>
              </a:rPr>
              <a:t>https://dartgo.org/r-projects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 </a:t>
            </a:r>
            <a:endParaRPr lang="en-US" sz="2006" kern="0" dirty="0">
              <a:solidFill>
                <a:srgbClr val="12312B"/>
              </a:solidFill>
              <a:highlight>
                <a:srgbClr val="FFFF00"/>
              </a:highlight>
              <a:latin typeface="Archivo Medium"/>
              <a:cs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628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E30A3F55-1856-49CB-AF28-4110546CF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529873B9-1906-D3F9-A2FF-2493A1A906EE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 Projects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7DE392BE-7BCB-FA69-C701-FC7C46A768F8}"/>
              </a:ext>
            </a:extLst>
          </p:cNvPr>
          <p:cNvSpPr txBox="1"/>
          <p:nvPr/>
        </p:nvSpPr>
        <p:spPr>
          <a:xfrm>
            <a:off x="880492" y="1904631"/>
            <a:ext cx="9776400" cy="3540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Using a Project in R is like setting up a one folder, one project setup within R to match the one on your computer.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Let’s create a New Project in R to organize our work for this workshop.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Note that you create the R project in the main (“root”) folder for your project, not the code folder. </a:t>
            </a:r>
          </a:p>
          <a:p>
            <a:pPr>
              <a:lnSpc>
                <a:spcPct val="140013"/>
              </a:lnSpc>
            </a:pP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751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17492F1C-6C41-2C7D-69A8-6133416D9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2AAEA18C-4620-269A-348C-38807269B343}"/>
              </a:ext>
            </a:extLst>
          </p:cNvPr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Loading Data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CE1441DE-1E48-71E6-EE95-90FE965F0669}"/>
              </a:ext>
            </a:extLst>
          </p:cNvPr>
          <p:cNvSpPr txBox="1"/>
          <p:nvPr/>
        </p:nvSpPr>
        <p:spPr>
          <a:xfrm>
            <a:off x="880492" y="1904631"/>
            <a:ext cx="9776400" cy="267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The first step is to tell R where on your computer to look for the data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The bad way: Set working directory using an absolute path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The good way: Use the “here” package to specify a relative path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Then you tell it how to read it using a function, like read.csv() or 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read_xlsx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()</a:t>
            </a: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6386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/>
          <p:cNvSpPr txBox="1"/>
          <p:nvPr/>
        </p:nvSpPr>
        <p:spPr>
          <a:xfrm>
            <a:off x="922201" y="1157695"/>
            <a:ext cx="6097600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Functions &amp; packages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/>
          <p:cNvSpPr txBox="1"/>
          <p:nvPr/>
        </p:nvSpPr>
        <p:spPr>
          <a:xfrm>
            <a:off x="867673" y="1900080"/>
            <a:ext cx="9776400" cy="4528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 itself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(“base R”) </a:t>
            </a:r>
            <a:r>
              <a:rPr lang="en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has many functions built in.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Others are added via packages.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" dirty="0">
                <a:latin typeface="Archivo Medium"/>
                <a:sym typeface="Archivo Medium"/>
              </a:rPr>
              <a:t>Some packages offer additional general methods for data management and analysis (eg. “tidyverse”), visualization (eg. “ggplot2”), etc.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M</a:t>
            </a:r>
            <a:r>
              <a:rPr lang="en" dirty="0">
                <a:latin typeface="Archivo Medium"/>
                <a:sym typeface="Archivo Medium"/>
              </a:rPr>
              <a:t>any are specialized for a certain type of analysis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" dirty="0">
                <a:latin typeface="Archivo Medium"/>
                <a:sym typeface="Archivo Medium"/>
              </a:rPr>
              <a:t>Thousands of packages are available through CRAN, the verified repository, and many more are available from individuals (for example on GitHub)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sz="1600" dirty="0">
              <a:latin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DF293A48-7769-51A8-8199-94C969316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8BA79A6D-DBE9-DD2F-A811-59AF84ECF4F6}"/>
              </a:ext>
            </a:extLst>
          </p:cNvPr>
          <p:cNvSpPr txBox="1"/>
          <p:nvPr/>
        </p:nvSpPr>
        <p:spPr>
          <a:xfrm>
            <a:off x="922201" y="1157695"/>
            <a:ext cx="8674726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How do I know what packages I need? 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19323B2B-1BC4-F6D2-9CC3-967375C3C1D6}"/>
              </a:ext>
            </a:extLst>
          </p:cNvPr>
          <p:cNvSpPr txBox="1"/>
          <p:nvPr/>
        </p:nvSpPr>
        <p:spPr>
          <a:xfrm>
            <a:off x="867673" y="1900080"/>
            <a:ext cx="9776400" cy="440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Two general ones that we use are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here: helps with file pathways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 err="1">
                <a:latin typeface="Archivo Medium"/>
                <a:sym typeface="Archivo Medium"/>
              </a:rPr>
              <a:t>tidyverse</a:t>
            </a:r>
            <a:r>
              <a:rPr lang="en-US" dirty="0">
                <a:latin typeface="Archivo Medium"/>
                <a:sym typeface="Archivo Medium"/>
              </a:rPr>
              <a:t>: a collection of packages with a lot of data wrangling and visualization tools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dirty="0"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Talking to people doing your kind of work or reading papers in your field can be the best way to find specific relevant packages.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List of common packages for specific tasks: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  <a:hlinkClick r:id="rId3"/>
              </a:rPr>
              <a:t>https://support.posit.co/hc/en-us/articles/201057987-Quick-list-of-useful-R-packages</a:t>
            </a:r>
            <a:endParaRPr sz="200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8547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D192B0EF-93F8-425B-0766-9D29689BC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64D08981-D53C-8EC8-D518-7FB937D6FF7F}"/>
              </a:ext>
            </a:extLst>
          </p:cNvPr>
          <p:cNvSpPr txBox="1"/>
          <p:nvPr/>
        </p:nvSpPr>
        <p:spPr>
          <a:xfrm>
            <a:off x="922201" y="1157695"/>
            <a:ext cx="8674726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How do I install and use packages?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9935358A-1250-2FEA-6665-5BE5D2E282D4}"/>
              </a:ext>
            </a:extLst>
          </p:cNvPr>
          <p:cNvSpPr txBox="1"/>
          <p:nvPr/>
        </p:nvSpPr>
        <p:spPr>
          <a:xfrm>
            <a:off x="867673" y="1900080"/>
            <a:ext cx="9776400" cy="305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First, you install packages: </a:t>
            </a:r>
            <a:r>
              <a:rPr lang="en-US" sz="2000" dirty="0" err="1">
                <a:latin typeface="Archivo Medium"/>
                <a:sym typeface="Archivo Medium"/>
              </a:rPr>
              <a:t>install.packages</a:t>
            </a:r>
            <a:r>
              <a:rPr lang="en-US" sz="2000" dirty="0">
                <a:latin typeface="Archivo Medium"/>
                <a:sym typeface="Archivo Medium"/>
              </a:rPr>
              <a:t>(“</a:t>
            </a:r>
            <a:r>
              <a:rPr lang="en-US" sz="2000" dirty="0" err="1">
                <a:latin typeface="Archivo Medium"/>
                <a:sym typeface="Archivo Medium"/>
              </a:rPr>
              <a:t>package_name</a:t>
            </a:r>
            <a:r>
              <a:rPr lang="en-US" sz="2000" dirty="0">
                <a:latin typeface="Archivo Medium"/>
                <a:sym typeface="Archivo Medium"/>
              </a:rPr>
              <a:t>”)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 this once per project</a:t>
            </a: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Then, you load them: </a:t>
            </a:r>
            <a:r>
              <a:rPr lang="en-US" sz="2000" dirty="0">
                <a:latin typeface="Archivo Medium"/>
                <a:sym typeface="Archivo Medium"/>
              </a:rPr>
              <a:t>library(</a:t>
            </a:r>
            <a:r>
              <a:rPr lang="en-US" sz="2000" dirty="0" err="1">
                <a:latin typeface="Archivo Medium"/>
                <a:sym typeface="Archivo Medium"/>
              </a:rPr>
              <a:t>package_name</a:t>
            </a:r>
            <a:r>
              <a:rPr lang="en-US" sz="2000" dirty="0">
                <a:latin typeface="Archivo Medium"/>
                <a:sym typeface="Archivo Medium"/>
              </a:rPr>
              <a:t>)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latin typeface="Archivo Medium"/>
                <a:sym typeface="Archivo Medium"/>
              </a:rPr>
              <a:t>Do this every time you use it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sz="2000" dirty="0"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41958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>
          <a:extLst>
            <a:ext uri="{FF2B5EF4-FFF2-40B4-BE49-F238E27FC236}">
              <a16:creationId xmlns:a16="http://schemas.microsoft.com/office/drawing/2014/main" id="{873992E1-73E7-18BD-FD75-8101CD21A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77">
            <a:extLst>
              <a:ext uri="{FF2B5EF4-FFF2-40B4-BE49-F238E27FC236}">
                <a16:creationId xmlns:a16="http://schemas.microsoft.com/office/drawing/2014/main" id="{19316341-7591-34F7-8D02-FE7CE653054A}"/>
              </a:ext>
            </a:extLst>
          </p:cNvPr>
          <p:cNvSpPr txBox="1"/>
          <p:nvPr/>
        </p:nvSpPr>
        <p:spPr>
          <a:xfrm>
            <a:off x="922201" y="1157695"/>
            <a:ext cx="8674726" cy="746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" sz="3467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Let’s read in the data </a:t>
            </a:r>
            <a:endParaRPr sz="933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04" name="Google Shape;404;p77">
            <a:extLst>
              <a:ext uri="{FF2B5EF4-FFF2-40B4-BE49-F238E27FC236}">
                <a16:creationId xmlns:a16="http://schemas.microsoft.com/office/drawing/2014/main" id="{AD2D91D9-AE94-773E-F17C-15992A3C0B6C}"/>
              </a:ext>
            </a:extLst>
          </p:cNvPr>
          <p:cNvSpPr txBox="1"/>
          <p:nvPr/>
        </p:nvSpPr>
        <p:spPr>
          <a:xfrm>
            <a:off x="867673" y="1900080"/>
            <a:ext cx="9776400" cy="1809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9585">
              <a:lnSpc>
                <a:spcPct val="140013"/>
              </a:lnSpc>
            </a:pPr>
            <a:endParaRPr sz="240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read.csv() from base R</a:t>
            </a:r>
            <a:endParaRPr lang="en-US" dirty="0">
              <a:latin typeface="Archivo Medium"/>
              <a:sym typeface="Archivo Medium"/>
            </a:endParaRPr>
          </a:p>
          <a:p>
            <a:pPr marL="890460" lvl="2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read_xlsx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() from the </a:t>
            </a:r>
            <a:r>
              <a:rPr lang="en-US" sz="2000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readxl</a:t>
            </a:r>
            <a:r>
              <a:rPr lang="en-US" sz="2000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 package</a:t>
            </a:r>
            <a:endParaRPr sz="2000" dirty="0">
              <a:latin typeface="Archivo Medium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01668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AA0F414B-C1AC-0A9F-051E-939099129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A229996D-C02A-4F0E-1E9F-86C16AC0436D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Questions?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E4001A52-1D51-0D34-57C9-79071FFEA42E}"/>
              </a:ext>
            </a:extLst>
          </p:cNvPr>
          <p:cNvSpPr/>
          <p:nvPr/>
        </p:nvSpPr>
        <p:spPr>
          <a:xfrm>
            <a:off x="1065004" y="2844069"/>
            <a:ext cx="3947264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3427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63C32E1-BE63-772D-E7C9-892A1D2A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199F058-95BC-654F-0CB7-A4CB3112190E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Reference material</a:t>
            </a:r>
          </a:p>
        </p:txBody>
      </p:sp>
      <p:sp>
        <p:nvSpPr>
          <p:cNvPr id="2" name="Google Shape;142;p26">
            <a:extLst>
              <a:ext uri="{FF2B5EF4-FFF2-40B4-BE49-F238E27FC236}">
                <a16:creationId xmlns:a16="http://schemas.microsoft.com/office/drawing/2014/main" id="{D0DA4FA3-4B8B-64B4-E73E-367BB36EBED5}"/>
              </a:ext>
            </a:extLst>
          </p:cNvPr>
          <p:cNvSpPr txBox="1"/>
          <p:nvPr/>
        </p:nvSpPr>
        <p:spPr>
          <a:xfrm>
            <a:off x="922202" y="1736904"/>
            <a:ext cx="9776400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 Introduction to R: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3"/>
              </a:rPr>
              <a:t>https://intro2r.com/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for Data Science book: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4"/>
              </a:rPr>
              <a:t>https://r4ds.hadley.nz/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Tidyverse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5"/>
              </a:rPr>
              <a:t>https://www.tidyverse.org/learn/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R </a:t>
            </a: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Cheatsheets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6"/>
              </a:rPr>
              <a:t>https://posit.co/resources/cheatsheets/</a:t>
            </a: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List of R packages on Comprehensive R Archive Network (CRAN):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7"/>
              </a:rPr>
              <a:t>https://cran.r-project.org/web/packages/available_packages_by_name.html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 err="1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Stackoverflow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is a great community site with lots of user submitted questions and answers about R (and other software!) 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  <a:hlinkClick r:id="rId8"/>
              </a:rPr>
              <a:t>http://stackoverflow.com/questions/tagged/r</a:t>
            </a: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 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135785689"/>
      </p:ext>
    </p:extLst>
  </p:cSld>
  <p:clrMapOvr>
    <a:masterClrMapping/>
  </p:clrMapOvr>
</p:sld>
</file>

<file path=ppt/theme/theme1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2027</TotalTime>
  <Words>825</Words>
  <Application>Microsoft Office PowerPoint</Application>
  <PresentationFormat>Widescreen</PresentationFormat>
  <Paragraphs>105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Anton</vt:lpstr>
      <vt:lpstr>Aptos</vt:lpstr>
      <vt:lpstr>Archivo</vt:lpstr>
      <vt:lpstr>Archivo ExtraBold</vt:lpstr>
      <vt:lpstr>Archivo Medium</vt:lpstr>
      <vt:lpstr>Archivo SemiBold</vt:lpstr>
      <vt:lpstr>Arial</vt:lpstr>
      <vt:lpstr>Calibri</vt:lpstr>
      <vt:lpstr>DLVI theme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open RStudio!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4</cp:revision>
  <dcterms:created xsi:type="dcterms:W3CDTF">2025-09-16T18:18:09Z</dcterms:created>
  <dcterms:modified xsi:type="dcterms:W3CDTF">2026-08-25T14:53:38Z</dcterms:modified>
</cp:coreProperties>
</file>