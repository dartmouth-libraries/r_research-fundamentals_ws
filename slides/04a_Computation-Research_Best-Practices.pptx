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omments/modernComment_15A_EE3B0802.xml" ContentType="application/vnd.ms-powerpoint.comment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61" r:id="rId2"/>
  </p:sldMasterIdLst>
  <p:notesMasterIdLst>
    <p:notesMasterId r:id="rId25"/>
  </p:notesMasterIdLst>
  <p:sldIdLst>
    <p:sldId id="299" r:id="rId3"/>
    <p:sldId id="272" r:id="rId4"/>
    <p:sldId id="313" r:id="rId5"/>
    <p:sldId id="359" r:id="rId6"/>
    <p:sldId id="360" r:id="rId7"/>
    <p:sldId id="343" r:id="rId8"/>
    <p:sldId id="314" r:id="rId9"/>
    <p:sldId id="354" r:id="rId10"/>
    <p:sldId id="355" r:id="rId11"/>
    <p:sldId id="267" r:id="rId12"/>
    <p:sldId id="357" r:id="rId13"/>
    <p:sldId id="356" r:id="rId14"/>
    <p:sldId id="351" r:id="rId15"/>
    <p:sldId id="265" r:id="rId16"/>
    <p:sldId id="346" r:id="rId17"/>
    <p:sldId id="348" r:id="rId18"/>
    <p:sldId id="347" r:id="rId19"/>
    <p:sldId id="358" r:id="rId20"/>
    <p:sldId id="341" r:id="rId21"/>
    <p:sldId id="352" r:id="rId22"/>
    <p:sldId id="353" r:id="rId23"/>
    <p:sldId id="331"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5D1CE9B-DF25-4FEC-06DE-212637DD9CB8}" name="Katie Owers Bonner" initials="KO" userId="S::f008496@dartmouth.edu::031be739-2ca3-49bb-9134-32c5274b029d"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60"/>
  </p:normalViewPr>
  <p:slideViewPr>
    <p:cSldViewPr snapToGrid="0">
      <p:cViewPr varScale="1">
        <p:scale>
          <a:sx n="101" d="100"/>
          <a:sy n="101" d="100"/>
        </p:scale>
        <p:origin x="72" y="300"/>
      </p:cViewPr>
      <p:guideLst/>
    </p:cSldViewPr>
  </p:slideViewPr>
  <p:notesTextViewPr>
    <p:cViewPr>
      <p:scale>
        <a:sx n="3" d="2"/>
        <a:sy n="3" d="2"/>
      </p:scale>
      <p:origin x="0" y="0"/>
    </p:cViewPr>
  </p:notesTextViewPr>
  <p:sorterViewPr>
    <p:cViewPr>
      <p:scale>
        <a:sx n="200" d="100"/>
        <a:sy n="200" d="100"/>
      </p:scale>
      <p:origin x="0" y="-19492"/>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viewProps" Target="viewProps.xml"/><Relationship Id="rId30" Type="http://schemas.microsoft.com/office/2018/10/relationships/authors" Target="authors.xml"/></Relationships>
</file>

<file path=ppt/comments/modernComment_15A_EE3B0802.xml><?xml version="1.0" encoding="utf-8"?>
<p188:cmLst xmlns:a="http://schemas.openxmlformats.org/drawingml/2006/main" xmlns:r="http://schemas.openxmlformats.org/officeDocument/2006/relationships" xmlns:p188="http://schemas.microsoft.com/office/powerpoint/2018/8/main">
  <p188:cm id="{FBE73A72-6E4D-4BD8-BAEC-35D98471EF5D}" authorId="{45D1CE9B-DF25-4FEC-06DE-212637DD9CB8}" created="2026-02-04T20:47:29.252">
    <pc:sldMkLst xmlns:pc="http://schemas.microsoft.com/office/powerpoint/2013/main/command">
      <pc:docMk/>
      <pc:sldMk cId="3996846082" sldId="346"/>
    </pc:sldMkLst>
    <p188:txBody>
      <a:bodyPr/>
      <a:lstStyle/>
      <a:p>
        <a:r>
          <a:rPr lang="en-US"/>
          <a:t>Does all this really need to be in a data cleaning plan? Technically no, but a lot of it is the methods for your paper and you better write it up now!
Also include some notes around actual format for a plan.</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19BCB6A-05C9-45C4-8C56-4DA0982723A6}" type="datetimeFigureOut">
              <a:rPr lang="en-US" smtClean="0"/>
              <a:t>8/26/2026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9CD22BE-BF9C-4E75-AC94-2D6751883E45}" type="slidenum">
              <a:rPr lang="en-US" smtClean="0"/>
              <a:t>‹#›</a:t>
            </a:fld>
            <a:endParaRPr lang="en-US"/>
          </a:p>
        </p:txBody>
      </p:sp>
    </p:spTree>
    <p:extLst>
      <p:ext uri="{BB962C8B-B14F-4D97-AF65-F5344CB8AC3E}">
        <p14:creationId xmlns:p14="http://schemas.microsoft.com/office/powerpoint/2010/main" val="35981363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dirty="0"/>
          </a:p>
        </p:txBody>
      </p:sp>
      <p:sp>
        <p:nvSpPr>
          <p:cNvPr id="107" name="Google Shape;107;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09DADC13-2699-00A3-93AF-6AD015788FEB}"/>
            </a:ext>
          </a:extLst>
        </p:cNvPr>
        <p:cNvGrpSpPr/>
        <p:nvPr/>
      </p:nvGrpSpPr>
      <p:grpSpPr>
        <a:xfrm>
          <a:off x="0" y="0"/>
          <a:ext cx="0" cy="0"/>
          <a:chOff x="0" y="0"/>
          <a:chExt cx="0" cy="0"/>
        </a:xfrm>
      </p:grpSpPr>
      <p:sp>
        <p:nvSpPr>
          <p:cNvPr id="137" name="Google Shape;137;p5:notes">
            <a:extLst>
              <a:ext uri="{FF2B5EF4-FFF2-40B4-BE49-F238E27FC236}">
                <a16:creationId xmlns:a16="http://schemas.microsoft.com/office/drawing/2014/main" id="{5E64E48B-396E-256A-5BCB-5142DD86422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p5:notes">
            <a:extLst>
              <a:ext uri="{FF2B5EF4-FFF2-40B4-BE49-F238E27FC236}">
                <a16:creationId xmlns:a16="http://schemas.microsoft.com/office/drawing/2014/main" id="{A2869BC7-2B47-AF38-88CF-ED7B8FCE6F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304924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a:extLst>
            <a:ext uri="{FF2B5EF4-FFF2-40B4-BE49-F238E27FC236}">
              <a16:creationId xmlns:a16="http://schemas.microsoft.com/office/drawing/2014/main" id="{F5C9CD10-B1D8-F984-603A-94E0DF044940}"/>
            </a:ext>
          </a:extLst>
        </p:cNvPr>
        <p:cNvGrpSpPr/>
        <p:nvPr/>
      </p:nvGrpSpPr>
      <p:grpSpPr>
        <a:xfrm>
          <a:off x="0" y="0"/>
          <a:ext cx="0" cy="0"/>
          <a:chOff x="0" y="0"/>
          <a:chExt cx="0" cy="0"/>
        </a:xfrm>
      </p:grpSpPr>
      <p:sp>
        <p:nvSpPr>
          <p:cNvPr id="131" name="Google Shape;131;p4:notes">
            <a:extLst>
              <a:ext uri="{FF2B5EF4-FFF2-40B4-BE49-F238E27FC236}">
                <a16:creationId xmlns:a16="http://schemas.microsoft.com/office/drawing/2014/main" id="{342396D7-6680-CCFA-F959-A128CA0B82A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4:notes">
            <a:extLst>
              <a:ext uri="{FF2B5EF4-FFF2-40B4-BE49-F238E27FC236}">
                <a16:creationId xmlns:a16="http://schemas.microsoft.com/office/drawing/2014/main" id="{584595CD-9CB7-C7DF-B951-B98CC236FA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730178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BB11EC38-B226-50BE-1E50-1A00AC44AB5A}"/>
            </a:ext>
          </a:extLst>
        </p:cNvPr>
        <p:cNvGrpSpPr/>
        <p:nvPr/>
      </p:nvGrpSpPr>
      <p:grpSpPr>
        <a:xfrm>
          <a:off x="0" y="0"/>
          <a:ext cx="0" cy="0"/>
          <a:chOff x="0" y="0"/>
          <a:chExt cx="0" cy="0"/>
        </a:xfrm>
      </p:grpSpPr>
      <p:sp>
        <p:nvSpPr>
          <p:cNvPr id="137" name="Google Shape;137;p5:notes">
            <a:extLst>
              <a:ext uri="{FF2B5EF4-FFF2-40B4-BE49-F238E27FC236}">
                <a16:creationId xmlns:a16="http://schemas.microsoft.com/office/drawing/2014/main" id="{E5FABE99-952B-188C-9D87-57E664291EA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p5:notes">
            <a:extLst>
              <a:ext uri="{FF2B5EF4-FFF2-40B4-BE49-F238E27FC236}">
                <a16:creationId xmlns:a16="http://schemas.microsoft.com/office/drawing/2014/main" id="{5A7763B0-07F8-91F3-4CFC-D06F684109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87761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a:extLst>
            <a:ext uri="{FF2B5EF4-FFF2-40B4-BE49-F238E27FC236}">
              <a16:creationId xmlns:a16="http://schemas.microsoft.com/office/drawing/2014/main" id="{B0D79D53-5C34-5B25-9C5C-72A379AB4E85}"/>
            </a:ext>
          </a:extLst>
        </p:cNvPr>
        <p:cNvGrpSpPr/>
        <p:nvPr/>
      </p:nvGrpSpPr>
      <p:grpSpPr>
        <a:xfrm>
          <a:off x="0" y="0"/>
          <a:ext cx="0" cy="0"/>
          <a:chOff x="0" y="0"/>
          <a:chExt cx="0" cy="0"/>
        </a:xfrm>
      </p:grpSpPr>
      <p:sp>
        <p:nvSpPr>
          <p:cNvPr id="155" name="Google Shape;155;p3:notes">
            <a:extLst>
              <a:ext uri="{FF2B5EF4-FFF2-40B4-BE49-F238E27FC236}">
                <a16:creationId xmlns:a16="http://schemas.microsoft.com/office/drawing/2014/main" id="{514A8783-9BBC-1AA8-E023-4D868A23193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6" name="Google Shape;156;p3:notes">
            <a:extLst>
              <a:ext uri="{FF2B5EF4-FFF2-40B4-BE49-F238E27FC236}">
                <a16:creationId xmlns:a16="http://schemas.microsoft.com/office/drawing/2014/main" id="{B22C903B-2FC0-25A1-873E-BD66DD0C92B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971093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a:extLst>
            <a:ext uri="{FF2B5EF4-FFF2-40B4-BE49-F238E27FC236}">
              <a16:creationId xmlns:a16="http://schemas.microsoft.com/office/drawing/2014/main" id="{7A1C29E6-2799-F118-C643-AD68C2435BCD}"/>
            </a:ext>
          </a:extLst>
        </p:cNvPr>
        <p:cNvGrpSpPr/>
        <p:nvPr/>
      </p:nvGrpSpPr>
      <p:grpSpPr>
        <a:xfrm>
          <a:off x="0" y="0"/>
          <a:ext cx="0" cy="0"/>
          <a:chOff x="0" y="0"/>
          <a:chExt cx="0" cy="0"/>
        </a:xfrm>
      </p:grpSpPr>
      <p:sp>
        <p:nvSpPr>
          <p:cNvPr id="131" name="Google Shape;131;p4:notes">
            <a:extLst>
              <a:ext uri="{FF2B5EF4-FFF2-40B4-BE49-F238E27FC236}">
                <a16:creationId xmlns:a16="http://schemas.microsoft.com/office/drawing/2014/main" id="{A8023850-606F-DF49-FB00-80D6290761C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4:notes">
            <a:extLst>
              <a:ext uri="{FF2B5EF4-FFF2-40B4-BE49-F238E27FC236}">
                <a16:creationId xmlns:a16="http://schemas.microsoft.com/office/drawing/2014/main" id="{A3546773-DC1F-37ED-290D-41039DE5758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76755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5D257B8B-D94A-26F6-AC0D-2AAEB1FE9CF2}"/>
            </a:ext>
          </a:extLst>
        </p:cNvPr>
        <p:cNvGrpSpPr/>
        <p:nvPr/>
      </p:nvGrpSpPr>
      <p:grpSpPr>
        <a:xfrm>
          <a:off x="0" y="0"/>
          <a:ext cx="0" cy="0"/>
          <a:chOff x="0" y="0"/>
          <a:chExt cx="0" cy="0"/>
        </a:xfrm>
      </p:grpSpPr>
      <p:sp>
        <p:nvSpPr>
          <p:cNvPr id="137" name="Google Shape;137;p5:notes">
            <a:extLst>
              <a:ext uri="{FF2B5EF4-FFF2-40B4-BE49-F238E27FC236}">
                <a16:creationId xmlns:a16="http://schemas.microsoft.com/office/drawing/2014/main" id="{5AB2B6F2-DCD1-4F56-5CB9-811A120548C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p5:notes">
            <a:extLst>
              <a:ext uri="{FF2B5EF4-FFF2-40B4-BE49-F238E27FC236}">
                <a16:creationId xmlns:a16="http://schemas.microsoft.com/office/drawing/2014/main" id="{C9AB94A8-C740-B894-1A91-8AEE94E7968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139392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B66D1B45-C487-456F-3513-9E1648118E96}"/>
            </a:ext>
          </a:extLst>
        </p:cNvPr>
        <p:cNvGrpSpPr/>
        <p:nvPr/>
      </p:nvGrpSpPr>
      <p:grpSpPr>
        <a:xfrm>
          <a:off x="0" y="0"/>
          <a:ext cx="0" cy="0"/>
          <a:chOff x="0" y="0"/>
          <a:chExt cx="0" cy="0"/>
        </a:xfrm>
      </p:grpSpPr>
      <p:sp>
        <p:nvSpPr>
          <p:cNvPr id="137" name="Google Shape;137;p5:notes">
            <a:extLst>
              <a:ext uri="{FF2B5EF4-FFF2-40B4-BE49-F238E27FC236}">
                <a16:creationId xmlns:a16="http://schemas.microsoft.com/office/drawing/2014/main" id="{DC2ACC48-826E-E3C4-9783-BC75D7126D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p5:notes">
            <a:extLst>
              <a:ext uri="{FF2B5EF4-FFF2-40B4-BE49-F238E27FC236}">
                <a16:creationId xmlns:a16="http://schemas.microsoft.com/office/drawing/2014/main" id="{6617B4F1-1254-F7A1-2203-C8154A6DBF6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78095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5BB5DB9B-FE13-F77C-F27B-51441FB0207F}"/>
            </a:ext>
          </a:extLst>
        </p:cNvPr>
        <p:cNvGrpSpPr/>
        <p:nvPr/>
      </p:nvGrpSpPr>
      <p:grpSpPr>
        <a:xfrm>
          <a:off x="0" y="0"/>
          <a:ext cx="0" cy="0"/>
          <a:chOff x="0" y="0"/>
          <a:chExt cx="0" cy="0"/>
        </a:xfrm>
      </p:grpSpPr>
      <p:sp>
        <p:nvSpPr>
          <p:cNvPr id="137" name="Google Shape;137;p5:notes">
            <a:extLst>
              <a:ext uri="{FF2B5EF4-FFF2-40B4-BE49-F238E27FC236}">
                <a16:creationId xmlns:a16="http://schemas.microsoft.com/office/drawing/2014/main" id="{FADB500D-46CB-27A6-DCE0-37D22CEB1A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p5:notes">
            <a:extLst>
              <a:ext uri="{FF2B5EF4-FFF2-40B4-BE49-F238E27FC236}">
                <a16:creationId xmlns:a16="http://schemas.microsoft.com/office/drawing/2014/main" id="{13536C66-3C66-0F30-486D-4138C5C803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816980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6CF7347D-0F55-2BC1-9CD0-DD305D890973}"/>
            </a:ext>
          </a:extLst>
        </p:cNvPr>
        <p:cNvGrpSpPr/>
        <p:nvPr/>
      </p:nvGrpSpPr>
      <p:grpSpPr>
        <a:xfrm>
          <a:off x="0" y="0"/>
          <a:ext cx="0" cy="0"/>
          <a:chOff x="0" y="0"/>
          <a:chExt cx="0" cy="0"/>
        </a:xfrm>
      </p:grpSpPr>
      <p:sp>
        <p:nvSpPr>
          <p:cNvPr id="137" name="Google Shape;137;p5:notes">
            <a:extLst>
              <a:ext uri="{FF2B5EF4-FFF2-40B4-BE49-F238E27FC236}">
                <a16:creationId xmlns:a16="http://schemas.microsoft.com/office/drawing/2014/main" id="{88B4B820-B4C5-F926-0845-D3B4542B3DE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p5:notes">
            <a:extLst>
              <a:ext uri="{FF2B5EF4-FFF2-40B4-BE49-F238E27FC236}">
                <a16:creationId xmlns:a16="http://schemas.microsoft.com/office/drawing/2014/main" id="{B6ACE105-95C4-0BE1-41F3-D403429153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8376554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5" name="Google Shape;175;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96582AB9-6D74-E616-F6B6-750882790D39}"/>
            </a:ext>
          </a:extLst>
        </p:cNvPr>
        <p:cNvGrpSpPr/>
        <p:nvPr/>
      </p:nvGrpSpPr>
      <p:grpSpPr>
        <a:xfrm>
          <a:off x="0" y="0"/>
          <a:ext cx="0" cy="0"/>
          <a:chOff x="0" y="0"/>
          <a:chExt cx="0" cy="0"/>
        </a:xfrm>
      </p:grpSpPr>
      <p:sp>
        <p:nvSpPr>
          <p:cNvPr id="174" name="Google Shape;174;p5:notes">
            <a:extLst>
              <a:ext uri="{FF2B5EF4-FFF2-40B4-BE49-F238E27FC236}">
                <a16:creationId xmlns:a16="http://schemas.microsoft.com/office/drawing/2014/main" id="{A93988E6-F327-97EC-48C9-5E62981832C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5" name="Google Shape;175;p5:notes">
            <a:extLst>
              <a:ext uri="{FF2B5EF4-FFF2-40B4-BE49-F238E27FC236}">
                <a16:creationId xmlns:a16="http://schemas.microsoft.com/office/drawing/2014/main" id="{3A5A555C-26E8-45EA-3959-84B856D2416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21930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BE605C52-DE78-342E-B9BD-85303DD9DB72}"/>
            </a:ext>
          </a:extLst>
        </p:cNvPr>
        <p:cNvGrpSpPr/>
        <p:nvPr/>
      </p:nvGrpSpPr>
      <p:grpSpPr>
        <a:xfrm>
          <a:off x="0" y="0"/>
          <a:ext cx="0" cy="0"/>
          <a:chOff x="0" y="0"/>
          <a:chExt cx="0" cy="0"/>
        </a:xfrm>
      </p:grpSpPr>
      <p:sp>
        <p:nvSpPr>
          <p:cNvPr id="174" name="Google Shape;174;p5:notes">
            <a:extLst>
              <a:ext uri="{FF2B5EF4-FFF2-40B4-BE49-F238E27FC236}">
                <a16:creationId xmlns:a16="http://schemas.microsoft.com/office/drawing/2014/main" id="{C9660C08-CF41-1F7C-4CDF-C8071F1FE18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5" name="Google Shape;175;p5:notes">
            <a:extLst>
              <a:ext uri="{FF2B5EF4-FFF2-40B4-BE49-F238E27FC236}">
                <a16:creationId xmlns:a16="http://schemas.microsoft.com/office/drawing/2014/main" id="{A727A34D-974D-47FE-9435-248C8EAE2BE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18820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B607FA2D-7421-1FA1-9823-6A7C880151C5}"/>
            </a:ext>
          </a:extLst>
        </p:cNvPr>
        <p:cNvGrpSpPr/>
        <p:nvPr/>
      </p:nvGrpSpPr>
      <p:grpSpPr>
        <a:xfrm>
          <a:off x="0" y="0"/>
          <a:ext cx="0" cy="0"/>
          <a:chOff x="0" y="0"/>
          <a:chExt cx="0" cy="0"/>
        </a:xfrm>
      </p:grpSpPr>
      <p:sp>
        <p:nvSpPr>
          <p:cNvPr id="174" name="Google Shape;174;p5:notes">
            <a:extLst>
              <a:ext uri="{FF2B5EF4-FFF2-40B4-BE49-F238E27FC236}">
                <a16:creationId xmlns:a16="http://schemas.microsoft.com/office/drawing/2014/main" id="{3FD08A97-9F89-9C9E-7796-E294276AF8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5" name="Google Shape;175;p5:notes">
            <a:extLst>
              <a:ext uri="{FF2B5EF4-FFF2-40B4-BE49-F238E27FC236}">
                <a16:creationId xmlns:a16="http://schemas.microsoft.com/office/drawing/2014/main" id="{A737919C-6988-46E7-AE01-79DC1CF24B5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804004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A9DAC043-5502-EBF1-CDBF-73A0BA343EF1}"/>
            </a:ext>
          </a:extLst>
        </p:cNvPr>
        <p:cNvGrpSpPr/>
        <p:nvPr/>
      </p:nvGrpSpPr>
      <p:grpSpPr>
        <a:xfrm>
          <a:off x="0" y="0"/>
          <a:ext cx="0" cy="0"/>
          <a:chOff x="0" y="0"/>
          <a:chExt cx="0" cy="0"/>
        </a:xfrm>
      </p:grpSpPr>
      <p:sp>
        <p:nvSpPr>
          <p:cNvPr id="174" name="Google Shape;174;p5:notes">
            <a:extLst>
              <a:ext uri="{FF2B5EF4-FFF2-40B4-BE49-F238E27FC236}">
                <a16:creationId xmlns:a16="http://schemas.microsoft.com/office/drawing/2014/main" id="{ADAE93BD-3798-00DE-5E34-F2A267E92E7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5" name="Google Shape;175;p5:notes">
            <a:extLst>
              <a:ext uri="{FF2B5EF4-FFF2-40B4-BE49-F238E27FC236}">
                <a16:creationId xmlns:a16="http://schemas.microsoft.com/office/drawing/2014/main" id="{33DDE30F-A250-9521-0E57-17C5A62171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111325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a:extLst>
            <a:ext uri="{FF2B5EF4-FFF2-40B4-BE49-F238E27FC236}">
              <a16:creationId xmlns:a16="http://schemas.microsoft.com/office/drawing/2014/main" id="{621DFD82-9AC2-3BF4-2ACC-FA71DB014FC7}"/>
            </a:ext>
          </a:extLst>
        </p:cNvPr>
        <p:cNvGrpSpPr/>
        <p:nvPr/>
      </p:nvGrpSpPr>
      <p:grpSpPr>
        <a:xfrm>
          <a:off x="0" y="0"/>
          <a:ext cx="0" cy="0"/>
          <a:chOff x="0" y="0"/>
          <a:chExt cx="0" cy="0"/>
        </a:xfrm>
      </p:grpSpPr>
      <p:sp>
        <p:nvSpPr>
          <p:cNvPr id="131" name="Google Shape;131;p4:notes">
            <a:extLst>
              <a:ext uri="{FF2B5EF4-FFF2-40B4-BE49-F238E27FC236}">
                <a16:creationId xmlns:a16="http://schemas.microsoft.com/office/drawing/2014/main" id="{F24D16EC-63C3-CC25-7D17-27A56DD43FC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4:notes">
            <a:extLst>
              <a:ext uri="{FF2B5EF4-FFF2-40B4-BE49-F238E27FC236}">
                <a16:creationId xmlns:a16="http://schemas.microsoft.com/office/drawing/2014/main" id="{CB582732-8FEA-478F-CF52-C286AE8DA5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167060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A3645F7F-0F34-3745-5AB4-B928D5325E00}"/>
            </a:ext>
          </a:extLst>
        </p:cNvPr>
        <p:cNvGrpSpPr/>
        <p:nvPr/>
      </p:nvGrpSpPr>
      <p:grpSpPr>
        <a:xfrm>
          <a:off x="0" y="0"/>
          <a:ext cx="0" cy="0"/>
          <a:chOff x="0" y="0"/>
          <a:chExt cx="0" cy="0"/>
        </a:xfrm>
      </p:grpSpPr>
      <p:sp>
        <p:nvSpPr>
          <p:cNvPr id="174" name="Google Shape;174;p5:notes">
            <a:extLst>
              <a:ext uri="{FF2B5EF4-FFF2-40B4-BE49-F238E27FC236}">
                <a16:creationId xmlns:a16="http://schemas.microsoft.com/office/drawing/2014/main" id="{91164055-3E46-0C40-ED09-A8419F0A62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5" name="Google Shape;175;p5:notes">
            <a:extLst>
              <a:ext uri="{FF2B5EF4-FFF2-40B4-BE49-F238E27FC236}">
                <a16:creationId xmlns:a16="http://schemas.microsoft.com/office/drawing/2014/main" id="{FF728EBC-5A55-84D9-0164-7B3EC5EEC5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62840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a:extLst>
            <a:ext uri="{FF2B5EF4-FFF2-40B4-BE49-F238E27FC236}">
              <a16:creationId xmlns:a16="http://schemas.microsoft.com/office/drawing/2014/main" id="{0576029C-8318-9FE6-502D-D6AC064EAB49}"/>
            </a:ext>
          </a:extLst>
        </p:cNvPr>
        <p:cNvGrpSpPr/>
        <p:nvPr/>
      </p:nvGrpSpPr>
      <p:grpSpPr>
        <a:xfrm>
          <a:off x="0" y="0"/>
          <a:ext cx="0" cy="0"/>
          <a:chOff x="0" y="0"/>
          <a:chExt cx="0" cy="0"/>
        </a:xfrm>
      </p:grpSpPr>
      <p:sp>
        <p:nvSpPr>
          <p:cNvPr id="155" name="Google Shape;155;p3:notes">
            <a:extLst>
              <a:ext uri="{FF2B5EF4-FFF2-40B4-BE49-F238E27FC236}">
                <a16:creationId xmlns:a16="http://schemas.microsoft.com/office/drawing/2014/main" id="{00452A0C-EC6E-22C6-9632-DBB63299925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6" name="Google Shape;156;p3:notes">
            <a:extLst>
              <a:ext uri="{FF2B5EF4-FFF2-40B4-BE49-F238E27FC236}">
                <a16:creationId xmlns:a16="http://schemas.microsoft.com/office/drawing/2014/main" id="{6FE80CE9-A4A8-D958-8E3D-6FEA454C2C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420805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a:extLst>
            <a:ext uri="{FF2B5EF4-FFF2-40B4-BE49-F238E27FC236}">
              <a16:creationId xmlns:a16="http://schemas.microsoft.com/office/drawing/2014/main" id="{0D94BC38-1218-93F9-47EC-D915BC909D4A}"/>
            </a:ext>
          </a:extLst>
        </p:cNvPr>
        <p:cNvGrpSpPr/>
        <p:nvPr/>
      </p:nvGrpSpPr>
      <p:grpSpPr>
        <a:xfrm>
          <a:off x="0" y="0"/>
          <a:ext cx="0" cy="0"/>
          <a:chOff x="0" y="0"/>
          <a:chExt cx="0" cy="0"/>
        </a:xfrm>
      </p:grpSpPr>
      <p:sp>
        <p:nvSpPr>
          <p:cNvPr id="131" name="Google Shape;131;p4:notes">
            <a:extLst>
              <a:ext uri="{FF2B5EF4-FFF2-40B4-BE49-F238E27FC236}">
                <a16:creationId xmlns:a16="http://schemas.microsoft.com/office/drawing/2014/main" id="{7C763A82-73BF-51DB-C32E-FF617883A9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4:notes">
            <a:extLst>
              <a:ext uri="{FF2B5EF4-FFF2-40B4-BE49-F238E27FC236}">
                <a16:creationId xmlns:a16="http://schemas.microsoft.com/office/drawing/2014/main" id="{4E0683C7-5832-AA94-D9B1-105FBFF4812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249649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2.xml"/><Relationship Id="rId4"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Master" Target="../slideMasters/slideMaster2.xml"/><Relationship Id="rId4"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F90AC5-99DB-31B8-8BC3-993B07585C7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0BC36C6-9142-697C-CB39-B7057F85877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A0EC6FB-A9F3-C0CF-5436-DBE814C46673}"/>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5D4748DB-6D25-224A-3048-8EFF22FA908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63A5AB-B3E4-4293-CF8D-DA6DAF31B42B}"/>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13066736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4272F-AC80-7861-E4DF-35A7FFB9C9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6D9AAE5-D53A-E3D2-65C9-9C0C3B32897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EDD51B-35A6-DC7B-8029-23DFAB4B715E}"/>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0B70D6C2-C857-75DD-7A94-F4AEA8DEDE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C3CD09E-8C9F-16EA-A186-423159F83F39}"/>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19807651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A5980-6C8D-6923-1F87-667FD99ADC4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DF05B5D-79BA-008C-4717-5BF5ABB10D1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48DF499-C888-A235-A6E8-A813577A8602}"/>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452C188D-007F-CFF4-8294-15226899D3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DA933A4-366F-80B6-A34E-CBB937FB7093}"/>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26173167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07DEBA-9CBA-1A8D-7218-2CC5428BDBC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DF9DC86-762F-1618-8580-E38264F1BA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1DC499E-099B-76B9-58A1-21E8057D78A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5E271BD-A5C3-F9D1-439B-471E90135468}"/>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23D37A1A-D6F8-7923-BA15-4B4C7DC02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EB204BF-26B0-622E-E983-541582ADD725}"/>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28300978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638C0-C3D9-E655-0FBD-3184266098A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E70BF89-1571-7020-A6B7-21E8CE1F3DD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F6BF357-38D9-E1D4-CDD8-C3E13C513D0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BDCFBE2-CDF9-404B-C8AA-F8E6D5EC7B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D1F975-F813-FD9B-4DCF-4985E9B1ABE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C9DA69E-8482-F147-447D-55701C12C939}"/>
              </a:ext>
            </a:extLst>
          </p:cNvPr>
          <p:cNvSpPr>
            <a:spLocks noGrp="1"/>
          </p:cNvSpPr>
          <p:nvPr>
            <p:ph type="dt" sz="half" idx="10"/>
          </p:nvPr>
        </p:nvSpPr>
        <p:spPr/>
        <p:txBody>
          <a:bodyPr/>
          <a:lstStyle/>
          <a:p>
            <a:endParaRPr lang="en-US"/>
          </a:p>
        </p:txBody>
      </p:sp>
      <p:sp>
        <p:nvSpPr>
          <p:cNvPr id="8" name="Footer Placeholder 7">
            <a:extLst>
              <a:ext uri="{FF2B5EF4-FFF2-40B4-BE49-F238E27FC236}">
                <a16:creationId xmlns:a16="http://schemas.microsoft.com/office/drawing/2014/main" id="{19310D66-C562-5FF8-40F6-3207E876558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F067365-7E7F-ED25-9FB9-CA3AB7D71921}"/>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10745709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6F0CFD-8F45-23AE-7E1D-C7D98FB02C4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E6CF317-B113-E985-8559-AE845AD64071}"/>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51D20A2F-3D43-75FD-4193-9949179E626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93B67CC-7DDA-2F49-1B45-9C095BB1DD6E}"/>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12102057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4983077-85E3-6754-AF11-23526BB89BBF}"/>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07A8293A-6D56-28CF-807D-DBE13492ED1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563639-D2C6-7C4B-A77A-7C85963752A3}"/>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37773998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853735-2859-676C-4862-A63CC7EBF7D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DA1352B-1FD0-6DCC-75F6-9F5780E9370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C43A4ED-9907-9950-8091-88D634157F0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93FAF96-7803-6E2F-7E4A-7F8342016E8D}"/>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ED1D6E87-AB55-AD33-0F7E-4146276FE9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2F04ADE-B458-7490-9D34-8CFE721DAE93}"/>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31713605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6664B7-CA35-F9AF-158E-D1E57FF8504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6F06683-A988-3389-E854-3F3F6005824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D56D405-D1F2-3E1E-CAAC-E2AA72BEB0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D35954B-74DE-2CF1-A7D2-EDAB657C3EDD}"/>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A7345768-A4D8-0448-B78F-C94FCBA766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D6902CC-B769-60C6-4803-C97FF3B3BC97}"/>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20012403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B62B9-BF0F-FE3D-D867-72E3996831C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105E3DF-031A-4339-A54E-568BF11A1D4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491202-0928-6953-5452-B36AC91AE2F0}"/>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ECDF51A5-17B7-4943-5754-F9AA026B9E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9106A8-70E6-43DB-592F-C162AFC96DA1}"/>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25471721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26F6698-DA36-BB51-FBD4-1DA0D8F5F32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813A653-196E-0CD4-7770-A0BC483DC5F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7465D8E-35B6-D092-E04A-73028A3ACCA5}"/>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A5849CFB-ADBC-231E-E1B1-FE19242468F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F624C26-95D0-7609-1954-D93C3CE6427A}"/>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23614654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losing Slide Basic" type="picTx">
  <p:cSld name="Closing Slide Basic">
    <p:spTree>
      <p:nvGrpSpPr>
        <p:cNvPr id="1" name="Shape 72"/>
        <p:cNvGrpSpPr/>
        <p:nvPr/>
      </p:nvGrpSpPr>
      <p:grpSpPr>
        <a:xfrm>
          <a:off x="0" y="0"/>
          <a:ext cx="0" cy="0"/>
          <a:chOff x="0" y="0"/>
          <a:chExt cx="0" cy="0"/>
        </a:xfrm>
      </p:grpSpPr>
      <p:sp>
        <p:nvSpPr>
          <p:cNvPr id="73" name="Google Shape;73;p16"/>
          <p:cNvSpPr/>
          <p:nvPr/>
        </p:nvSpPr>
        <p:spPr>
          <a:xfrm>
            <a:off x="10488666" y="-1830709"/>
            <a:ext cx="5199477" cy="5138816"/>
          </a:xfrm>
          <a:custGeom>
            <a:avLst/>
            <a:gdLst/>
            <a:ahLst/>
            <a:cxnLst/>
            <a:rect l="l" t="t" r="r" b="b"/>
            <a:pathLst>
              <a:path w="7799215" h="7708224" extrusionOk="0">
                <a:moveTo>
                  <a:pt x="0" y="0"/>
                </a:moveTo>
                <a:lnTo>
                  <a:pt x="7799215" y="0"/>
                </a:lnTo>
                <a:lnTo>
                  <a:pt x="7799215" y="7708224"/>
                </a:lnTo>
                <a:lnTo>
                  <a:pt x="0" y="7708224"/>
                </a:lnTo>
                <a:lnTo>
                  <a:pt x="0" y="0"/>
                </a:lnTo>
                <a:close/>
              </a:path>
            </a:pathLst>
          </a:custGeom>
          <a:blipFill rotWithShape="1">
            <a:blip r:embed="rId2">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74" name="Google Shape;74;p16"/>
          <p:cNvSpPr/>
          <p:nvPr/>
        </p:nvSpPr>
        <p:spPr>
          <a:xfrm>
            <a:off x="0" y="0"/>
            <a:ext cx="3046130" cy="1477392"/>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l="-29" r="-1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75" name="Google Shape;75;p16"/>
          <p:cNvSpPr txBox="1">
            <a:spLocks noGrp="1"/>
          </p:cNvSpPr>
          <p:nvPr>
            <p:ph type="title"/>
          </p:nvPr>
        </p:nvSpPr>
        <p:spPr>
          <a:xfrm>
            <a:off x="471500" y="2318208"/>
            <a:ext cx="11249000" cy="14870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rgbClr val="12312B"/>
              </a:buClr>
              <a:buSzPts val="10000"/>
              <a:buFont typeface="Anton"/>
              <a:buNone/>
              <a:defRPr sz="6667" i="0" u="none" strike="noStrike" cap="none">
                <a:solidFill>
                  <a:srgbClr val="12312B"/>
                </a:solidFill>
                <a:latin typeface="Anton"/>
                <a:ea typeface="Anton"/>
                <a:cs typeface="Anton"/>
                <a:sym typeface="Anton"/>
              </a:defRPr>
            </a:lvl1pPr>
            <a:lvl2pPr lvl="1" rtl="0">
              <a:spcBef>
                <a:spcPts val="0"/>
              </a:spcBef>
              <a:spcAft>
                <a:spcPts val="0"/>
              </a:spcAft>
              <a:buSzPts val="7200"/>
              <a:buNone/>
              <a:defRPr sz="4800"/>
            </a:lvl2pPr>
            <a:lvl3pPr lvl="2" rtl="0">
              <a:spcBef>
                <a:spcPts val="0"/>
              </a:spcBef>
              <a:spcAft>
                <a:spcPts val="0"/>
              </a:spcAft>
              <a:buSzPts val="7200"/>
              <a:buNone/>
              <a:defRPr sz="4800"/>
            </a:lvl3pPr>
            <a:lvl4pPr lvl="3" rtl="0">
              <a:spcBef>
                <a:spcPts val="0"/>
              </a:spcBef>
              <a:spcAft>
                <a:spcPts val="0"/>
              </a:spcAft>
              <a:buSzPts val="7200"/>
              <a:buNone/>
              <a:defRPr sz="4800"/>
            </a:lvl4pPr>
            <a:lvl5pPr lvl="4" rtl="0">
              <a:spcBef>
                <a:spcPts val="0"/>
              </a:spcBef>
              <a:spcAft>
                <a:spcPts val="0"/>
              </a:spcAft>
              <a:buSzPts val="7200"/>
              <a:buNone/>
              <a:defRPr sz="4800"/>
            </a:lvl5pPr>
            <a:lvl6pPr lvl="5" rtl="0">
              <a:spcBef>
                <a:spcPts val="0"/>
              </a:spcBef>
              <a:spcAft>
                <a:spcPts val="0"/>
              </a:spcAft>
              <a:buSzPts val="7200"/>
              <a:buNone/>
              <a:defRPr sz="4800"/>
            </a:lvl6pPr>
            <a:lvl7pPr lvl="6" rtl="0">
              <a:spcBef>
                <a:spcPts val="0"/>
              </a:spcBef>
              <a:spcAft>
                <a:spcPts val="0"/>
              </a:spcAft>
              <a:buSzPts val="7200"/>
              <a:buNone/>
              <a:defRPr sz="4800"/>
            </a:lvl7pPr>
            <a:lvl8pPr lvl="7" rtl="0">
              <a:spcBef>
                <a:spcPts val="0"/>
              </a:spcBef>
              <a:spcAft>
                <a:spcPts val="0"/>
              </a:spcAft>
              <a:buSzPts val="7200"/>
              <a:buNone/>
              <a:defRPr sz="4800"/>
            </a:lvl8pPr>
            <a:lvl9pPr lvl="8" rtl="0">
              <a:spcBef>
                <a:spcPts val="0"/>
              </a:spcBef>
              <a:spcAft>
                <a:spcPts val="0"/>
              </a:spcAft>
              <a:buSzPts val="7200"/>
              <a:buNone/>
              <a:defRPr sz="4800"/>
            </a:lvl9pPr>
          </a:lstStyle>
          <a:p>
            <a:endParaRPr/>
          </a:p>
        </p:txBody>
      </p:sp>
      <p:sp>
        <p:nvSpPr>
          <p:cNvPr id="76" name="Google Shape;76;p16"/>
          <p:cNvSpPr/>
          <p:nvPr/>
        </p:nvSpPr>
        <p:spPr>
          <a:xfrm>
            <a:off x="10951344" y="-914048"/>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4">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77" name="Google Shape;77;p16"/>
          <p:cNvSpPr txBox="1">
            <a:spLocks noGrp="1"/>
          </p:cNvSpPr>
          <p:nvPr>
            <p:ph type="body" idx="1"/>
          </p:nvPr>
        </p:nvSpPr>
        <p:spPr>
          <a:xfrm>
            <a:off x="615500" y="3670033"/>
            <a:ext cx="7425600" cy="3726200"/>
          </a:xfrm>
          <a:prstGeom prst="rect">
            <a:avLst/>
          </a:prstGeom>
          <a:noFill/>
          <a:ln>
            <a:noFill/>
          </a:ln>
        </p:spPr>
        <p:txBody>
          <a:bodyPr spcFirstLastPara="1" wrap="square" lIns="91425" tIns="45700" rIns="91425" bIns="45700" anchor="t" anchorCtr="0">
            <a:normAutofit/>
          </a:bodyPr>
          <a:lstStyle>
            <a:lvl1pPr marL="304815" marR="0" lvl="0" indent="-385253" algn="l" rtl="0">
              <a:spcBef>
                <a:spcPts val="427"/>
              </a:spcBef>
              <a:spcAft>
                <a:spcPts val="0"/>
              </a:spcAft>
              <a:buClr>
                <a:srgbClr val="00693D"/>
              </a:buClr>
              <a:buSzPts val="5500"/>
              <a:buFont typeface="Archivo"/>
              <a:buChar char="●"/>
              <a:defRPr sz="3667" b="1" i="0" u="none" strike="noStrike" cap="none">
                <a:solidFill>
                  <a:srgbClr val="00693D"/>
                </a:solidFill>
                <a:latin typeface="Archivo"/>
                <a:ea typeface="Archivo"/>
                <a:cs typeface="Archivo"/>
                <a:sym typeface="Archivo"/>
              </a:defRPr>
            </a:lvl1pPr>
            <a:lvl2pPr marL="609630" marR="0" lvl="1" indent="-355618" algn="l" rtl="0">
              <a:spcBef>
                <a:spcPts val="373"/>
              </a:spcBef>
              <a:spcAft>
                <a:spcPts val="0"/>
              </a:spcAft>
              <a:buClr>
                <a:schemeClr val="dk1"/>
              </a:buClr>
              <a:buSzPts val="4800"/>
              <a:buFont typeface="Archivo SemiBold"/>
              <a:buChar char="○"/>
              <a:defRPr sz="3200" i="0" u="none" strike="noStrike" cap="none">
                <a:solidFill>
                  <a:schemeClr val="dk1"/>
                </a:solidFill>
                <a:latin typeface="Archivo SemiBold"/>
                <a:ea typeface="Archivo SemiBold"/>
                <a:cs typeface="Archivo SemiBold"/>
                <a:sym typeface="Archivo SemiBold"/>
              </a:defRPr>
            </a:lvl2pPr>
            <a:lvl3pPr marL="914446" marR="0" lvl="2" indent="-292115" algn="l" rtl="0">
              <a:spcBef>
                <a:spcPts val="320"/>
              </a:spcBef>
              <a:spcAft>
                <a:spcPts val="0"/>
              </a:spcAft>
              <a:buClr>
                <a:schemeClr val="dk1"/>
              </a:buClr>
              <a:buSzPts val="3300"/>
              <a:buFont typeface="Archivo Medium"/>
              <a:buChar char="■"/>
              <a:defRPr sz="2200" i="0" u="none" strike="noStrike" cap="none">
                <a:solidFill>
                  <a:schemeClr val="dk1"/>
                </a:solidFill>
                <a:latin typeface="Archivo Medium"/>
                <a:ea typeface="Archivo Medium"/>
                <a:cs typeface="Archivo Medium"/>
                <a:sym typeface="Archivo Medium"/>
              </a:defRPr>
            </a:lvl3pPr>
            <a:lvl4pPr marL="1219261" marR="0" lvl="3" indent="-254013" algn="l" rtl="0">
              <a:spcBef>
                <a:spcPts val="267"/>
              </a:spcBef>
              <a:spcAft>
                <a:spcPts val="0"/>
              </a:spcAft>
              <a:buClr>
                <a:schemeClr val="dk1"/>
              </a:buClr>
              <a:buSzPts val="2400"/>
              <a:buFont typeface="Archivo"/>
              <a:buChar char="●"/>
              <a:defRPr sz="1600" b="1" i="0" u="none" strike="noStrike" cap="none">
                <a:solidFill>
                  <a:schemeClr val="dk1"/>
                </a:solidFill>
                <a:latin typeface="Archivo"/>
                <a:ea typeface="Archivo"/>
                <a:cs typeface="Archivo"/>
                <a:sym typeface="Archivo"/>
              </a:defRPr>
            </a:lvl4pPr>
            <a:lvl5pPr marL="1524076" marR="0" lvl="4" indent="-241312" algn="l" rtl="0">
              <a:spcBef>
                <a:spcPts val="267"/>
              </a:spcBef>
              <a:spcAft>
                <a:spcPts val="0"/>
              </a:spcAft>
              <a:buClr>
                <a:schemeClr val="dk1"/>
              </a:buClr>
              <a:buSzPts val="2100"/>
              <a:buFont typeface="Archivo SemiBold"/>
              <a:buChar char="○"/>
              <a:defRPr sz="1400" i="0" u="none" strike="noStrike" cap="none">
                <a:solidFill>
                  <a:schemeClr val="dk1"/>
                </a:solidFill>
                <a:latin typeface="Archivo SemiBold"/>
                <a:ea typeface="Archivo SemiBold"/>
                <a:cs typeface="Archivo SemiBold"/>
                <a:sym typeface="Archivo SemiBold"/>
              </a:defRPr>
            </a:lvl5pPr>
            <a:lvl6pPr marL="1828891" marR="0" lvl="5" indent="-228611" algn="l" rtl="0">
              <a:spcBef>
                <a:spcPts val="267"/>
              </a:spcBef>
              <a:spcAft>
                <a:spcPts val="0"/>
              </a:spcAft>
              <a:buClr>
                <a:schemeClr val="dk1"/>
              </a:buClr>
              <a:buSzPts val="1800"/>
              <a:buFont typeface="Archivo Medium"/>
              <a:buChar char="■"/>
              <a:defRPr sz="1200" i="0" u="none" strike="noStrike" cap="none">
                <a:solidFill>
                  <a:schemeClr val="dk1"/>
                </a:solidFill>
                <a:latin typeface="Archivo Medium"/>
                <a:ea typeface="Archivo Medium"/>
                <a:cs typeface="Archivo Medium"/>
                <a:sym typeface="Archivo Medium"/>
              </a:defRPr>
            </a:lvl6pPr>
            <a:lvl7pPr marL="2133707" marR="0" lvl="6" indent="-211677" algn="l" rtl="0">
              <a:spcBef>
                <a:spcPts val="267"/>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2438522" marR="0" lvl="7"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8pPr>
            <a:lvl9pPr marL="2743337" marR="0" lvl="8"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9pPr>
          </a:lstStyle>
          <a:p>
            <a:endParaRPr/>
          </a:p>
        </p:txBody>
      </p:sp>
    </p:spTree>
    <p:extLst>
      <p:ext uri="{BB962C8B-B14F-4D97-AF65-F5344CB8AC3E}">
        <p14:creationId xmlns:p14="http://schemas.microsoft.com/office/powerpoint/2010/main" val="27052316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Green Logo and Grid White Background">
  <p:cSld name="Green Logo and Grid White Background">
    <p:spTree>
      <p:nvGrpSpPr>
        <p:cNvPr id="1" name="Shape 13"/>
        <p:cNvGrpSpPr/>
        <p:nvPr/>
      </p:nvGrpSpPr>
      <p:grpSpPr>
        <a:xfrm>
          <a:off x="0" y="0"/>
          <a:ext cx="0" cy="0"/>
          <a:chOff x="0" y="0"/>
          <a:chExt cx="0" cy="0"/>
        </a:xfrm>
      </p:grpSpPr>
      <p:sp>
        <p:nvSpPr>
          <p:cNvPr id="14" name="Google Shape;14;p4"/>
          <p:cNvSpPr/>
          <p:nvPr/>
        </p:nvSpPr>
        <p:spPr>
          <a:xfrm>
            <a:off x="10904678" y="-905531"/>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2">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15" name="Google Shape;15;p4"/>
          <p:cNvSpPr/>
          <p:nvPr/>
        </p:nvSpPr>
        <p:spPr>
          <a:xfrm>
            <a:off x="0" y="0"/>
            <a:ext cx="1518291" cy="736409"/>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l="-29" r="-1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00354731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Green Logo and Grid White Background">
  <p:cSld name="Green Logo and Grid White Background">
    <p:spTree>
      <p:nvGrpSpPr>
        <p:cNvPr id="1" name="Shape 13"/>
        <p:cNvGrpSpPr/>
        <p:nvPr/>
      </p:nvGrpSpPr>
      <p:grpSpPr>
        <a:xfrm>
          <a:off x="0" y="0"/>
          <a:ext cx="0" cy="0"/>
          <a:chOff x="0" y="0"/>
          <a:chExt cx="0" cy="0"/>
        </a:xfrm>
      </p:grpSpPr>
      <p:sp>
        <p:nvSpPr>
          <p:cNvPr id="14" name="Google Shape;14;p4"/>
          <p:cNvSpPr/>
          <p:nvPr/>
        </p:nvSpPr>
        <p:spPr>
          <a:xfrm>
            <a:off x="10904678" y="-905531"/>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2">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15" name="Google Shape;15;p4"/>
          <p:cNvSpPr/>
          <p:nvPr/>
        </p:nvSpPr>
        <p:spPr>
          <a:xfrm>
            <a:off x="0" y="0"/>
            <a:ext cx="1518291" cy="736409"/>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l="-29" r="-1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0185800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Logo and Blue Swish Option 2">
  <p:cSld name="Logo and Blue Swish Option 2">
    <p:spTree>
      <p:nvGrpSpPr>
        <p:cNvPr id="1" name="Shape 19"/>
        <p:cNvGrpSpPr/>
        <p:nvPr/>
      </p:nvGrpSpPr>
      <p:grpSpPr>
        <a:xfrm>
          <a:off x="0" y="0"/>
          <a:ext cx="0" cy="0"/>
          <a:chOff x="0" y="0"/>
          <a:chExt cx="0" cy="0"/>
        </a:xfrm>
      </p:grpSpPr>
      <p:sp>
        <p:nvSpPr>
          <p:cNvPr id="20" name="Google Shape;20;p6"/>
          <p:cNvSpPr/>
          <p:nvPr/>
        </p:nvSpPr>
        <p:spPr>
          <a:xfrm>
            <a:off x="-1016265" y="-1926417"/>
            <a:ext cx="5199477" cy="5138816"/>
          </a:xfrm>
          <a:custGeom>
            <a:avLst/>
            <a:gdLst/>
            <a:ahLst/>
            <a:cxnLst/>
            <a:rect l="l" t="t" r="r" b="b"/>
            <a:pathLst>
              <a:path w="7799215" h="7708224" extrusionOk="0">
                <a:moveTo>
                  <a:pt x="0" y="0"/>
                </a:moveTo>
                <a:lnTo>
                  <a:pt x="7799215" y="0"/>
                </a:lnTo>
                <a:lnTo>
                  <a:pt x="7799215" y="7708224"/>
                </a:lnTo>
                <a:lnTo>
                  <a:pt x="0" y="7708224"/>
                </a:lnTo>
                <a:lnTo>
                  <a:pt x="0" y="0"/>
                </a:lnTo>
                <a:close/>
              </a:path>
            </a:pathLst>
          </a:custGeom>
          <a:blipFill rotWithShape="1">
            <a:blip r:embed="rId2">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21" name="Google Shape;21;p6"/>
          <p:cNvSpPr/>
          <p:nvPr/>
        </p:nvSpPr>
        <p:spPr>
          <a:xfrm>
            <a:off x="10673717" y="6121584"/>
            <a:ext cx="1518291" cy="736409"/>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l="-29" r="-1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0147394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itle">
  <p:cSld name="Title Slide">
    <p:bg>
      <p:bgPr>
        <a:solidFill>
          <a:schemeClr val="lt1"/>
        </a:solidFill>
        <a:effectLst/>
      </p:bgPr>
    </p:bg>
    <p:spTree>
      <p:nvGrpSpPr>
        <p:cNvPr id="1" name="Shape 22"/>
        <p:cNvGrpSpPr/>
        <p:nvPr/>
      </p:nvGrpSpPr>
      <p:grpSpPr>
        <a:xfrm>
          <a:off x="0" y="0"/>
          <a:ext cx="0" cy="0"/>
          <a:chOff x="0" y="0"/>
          <a:chExt cx="0" cy="0"/>
        </a:xfrm>
      </p:grpSpPr>
      <p:sp>
        <p:nvSpPr>
          <p:cNvPr id="23" name="Google Shape;23;p7"/>
          <p:cNvSpPr/>
          <p:nvPr/>
        </p:nvSpPr>
        <p:spPr>
          <a:xfrm>
            <a:off x="-570831" y="2964183"/>
            <a:ext cx="5199477" cy="5138816"/>
          </a:xfrm>
          <a:custGeom>
            <a:avLst/>
            <a:gdLst/>
            <a:ahLst/>
            <a:cxnLst/>
            <a:rect l="l" t="t" r="r" b="b"/>
            <a:pathLst>
              <a:path w="7799215" h="7708224" extrusionOk="0">
                <a:moveTo>
                  <a:pt x="0" y="0"/>
                </a:moveTo>
                <a:lnTo>
                  <a:pt x="7799215" y="0"/>
                </a:lnTo>
                <a:lnTo>
                  <a:pt x="7799215" y="7708224"/>
                </a:lnTo>
                <a:lnTo>
                  <a:pt x="0" y="7708224"/>
                </a:lnTo>
                <a:lnTo>
                  <a:pt x="0" y="0"/>
                </a:lnTo>
                <a:close/>
              </a:path>
            </a:pathLst>
          </a:custGeom>
          <a:blipFill rotWithShape="1">
            <a:blip r:embed="rId2">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24" name="Google Shape;24;p7"/>
          <p:cNvSpPr txBox="1">
            <a:spLocks noGrp="1"/>
          </p:cNvSpPr>
          <p:nvPr>
            <p:ph type="title"/>
          </p:nvPr>
        </p:nvSpPr>
        <p:spPr>
          <a:xfrm>
            <a:off x="784667" y="1922964"/>
            <a:ext cx="11249000" cy="11904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chemeClr val="dk1"/>
              </a:buClr>
              <a:buSzPts val="10000"/>
              <a:buFont typeface="Anton"/>
              <a:buNone/>
              <a:defRPr sz="6667" i="0" u="none" strike="noStrike" cap="none">
                <a:solidFill>
                  <a:schemeClr val="dk1"/>
                </a:solidFill>
                <a:latin typeface="Anton"/>
                <a:ea typeface="Anton"/>
                <a:cs typeface="Anton"/>
                <a:sym typeface="Anton"/>
              </a:defRPr>
            </a:lvl1pPr>
            <a:lvl2pPr lvl="1" rtl="0">
              <a:spcBef>
                <a:spcPts val="0"/>
              </a:spcBef>
              <a:spcAft>
                <a:spcPts val="0"/>
              </a:spcAft>
              <a:buSzPts val="1400"/>
              <a:buNone/>
              <a:defRPr sz="1200"/>
            </a:lvl2pPr>
            <a:lvl3pPr lvl="2" rtl="0">
              <a:spcBef>
                <a:spcPts val="0"/>
              </a:spcBef>
              <a:spcAft>
                <a:spcPts val="0"/>
              </a:spcAft>
              <a:buSzPts val="1400"/>
              <a:buNone/>
              <a:defRPr sz="1200"/>
            </a:lvl3pPr>
            <a:lvl4pPr lvl="3" rtl="0">
              <a:spcBef>
                <a:spcPts val="0"/>
              </a:spcBef>
              <a:spcAft>
                <a:spcPts val="0"/>
              </a:spcAft>
              <a:buSzPts val="1400"/>
              <a:buNone/>
              <a:defRPr sz="1200"/>
            </a:lvl4pPr>
            <a:lvl5pPr lvl="4" rtl="0">
              <a:spcBef>
                <a:spcPts val="0"/>
              </a:spcBef>
              <a:spcAft>
                <a:spcPts val="0"/>
              </a:spcAft>
              <a:buSzPts val="1400"/>
              <a:buNone/>
              <a:defRPr sz="1200"/>
            </a:lvl5pPr>
            <a:lvl6pPr lvl="5" rtl="0">
              <a:spcBef>
                <a:spcPts val="0"/>
              </a:spcBef>
              <a:spcAft>
                <a:spcPts val="0"/>
              </a:spcAft>
              <a:buSzPts val="1400"/>
              <a:buNone/>
              <a:defRPr sz="1200"/>
            </a:lvl6pPr>
            <a:lvl7pPr lvl="6" rtl="0">
              <a:spcBef>
                <a:spcPts val="0"/>
              </a:spcBef>
              <a:spcAft>
                <a:spcPts val="0"/>
              </a:spcAft>
              <a:buSzPts val="1400"/>
              <a:buNone/>
              <a:defRPr sz="1200"/>
            </a:lvl7pPr>
            <a:lvl8pPr lvl="7" rtl="0">
              <a:spcBef>
                <a:spcPts val="0"/>
              </a:spcBef>
              <a:spcAft>
                <a:spcPts val="0"/>
              </a:spcAft>
              <a:buSzPts val="1400"/>
              <a:buNone/>
              <a:defRPr sz="1200"/>
            </a:lvl8pPr>
            <a:lvl9pPr lvl="8" rtl="0">
              <a:spcBef>
                <a:spcPts val="0"/>
              </a:spcBef>
              <a:spcAft>
                <a:spcPts val="0"/>
              </a:spcAft>
              <a:buSzPts val="1400"/>
              <a:buNone/>
              <a:defRPr sz="1200"/>
            </a:lvl9pPr>
          </a:lstStyle>
          <a:p>
            <a:endParaRPr/>
          </a:p>
        </p:txBody>
      </p:sp>
      <p:sp>
        <p:nvSpPr>
          <p:cNvPr id="25" name="Google Shape;25;p7"/>
          <p:cNvSpPr/>
          <p:nvPr/>
        </p:nvSpPr>
        <p:spPr>
          <a:xfrm>
            <a:off x="10946761" y="-903714"/>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3">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26" name="Google Shape;26;p7"/>
          <p:cNvSpPr txBox="1"/>
          <p:nvPr/>
        </p:nvSpPr>
        <p:spPr>
          <a:xfrm>
            <a:off x="4171950" y="7141095"/>
            <a:ext cx="5345400" cy="1190177"/>
          </a:xfrm>
          <a:prstGeom prst="rect">
            <a:avLst/>
          </a:prstGeom>
          <a:noFill/>
          <a:ln>
            <a:noFill/>
          </a:ln>
        </p:spPr>
        <p:txBody>
          <a:bodyPr spcFirstLastPara="1" wrap="square" lIns="60950" tIns="60950" rIns="60950" bIns="60950" anchor="ctr" anchorCtr="0">
            <a:spAutoFit/>
          </a:bodyPr>
          <a:lstStyle/>
          <a:p>
            <a:pPr marL="0" lvl="0" indent="0" algn="l" rtl="0">
              <a:spcBef>
                <a:spcPts val="0"/>
              </a:spcBef>
              <a:spcAft>
                <a:spcPts val="0"/>
              </a:spcAft>
              <a:buNone/>
            </a:pPr>
            <a:endParaRPr sz="6934">
              <a:solidFill>
                <a:srgbClr val="00693D"/>
              </a:solidFill>
              <a:latin typeface="Anton"/>
              <a:ea typeface="Anton"/>
              <a:cs typeface="Anton"/>
              <a:sym typeface="Anton"/>
            </a:endParaRPr>
          </a:p>
        </p:txBody>
      </p:sp>
      <p:sp>
        <p:nvSpPr>
          <p:cNvPr id="27" name="Google Shape;27;p7"/>
          <p:cNvSpPr txBox="1">
            <a:spLocks noGrp="1"/>
          </p:cNvSpPr>
          <p:nvPr>
            <p:ph type="body" idx="1"/>
          </p:nvPr>
        </p:nvSpPr>
        <p:spPr>
          <a:xfrm>
            <a:off x="903200" y="3066817"/>
            <a:ext cx="7425600" cy="3726200"/>
          </a:xfrm>
          <a:prstGeom prst="rect">
            <a:avLst/>
          </a:prstGeom>
          <a:noFill/>
          <a:ln>
            <a:noFill/>
          </a:ln>
        </p:spPr>
        <p:txBody>
          <a:bodyPr spcFirstLastPara="1" wrap="square" lIns="91425" tIns="45700" rIns="91425" bIns="45700" anchor="t" anchorCtr="0">
            <a:normAutofit/>
          </a:bodyPr>
          <a:lstStyle>
            <a:lvl1pPr marL="304815" marR="0" lvl="0" indent="-385253" algn="l" rtl="0">
              <a:spcBef>
                <a:spcPts val="427"/>
              </a:spcBef>
              <a:spcAft>
                <a:spcPts val="0"/>
              </a:spcAft>
              <a:buClr>
                <a:srgbClr val="00693D"/>
              </a:buClr>
              <a:buSzPts val="5500"/>
              <a:buFont typeface="Archivo"/>
              <a:buChar char="●"/>
              <a:defRPr sz="3667" b="1" i="0" u="none" strike="noStrike" cap="none">
                <a:solidFill>
                  <a:srgbClr val="00693D"/>
                </a:solidFill>
                <a:latin typeface="Archivo"/>
                <a:ea typeface="Archivo"/>
                <a:cs typeface="Archivo"/>
                <a:sym typeface="Archivo"/>
              </a:defRPr>
            </a:lvl1pPr>
            <a:lvl2pPr marL="609630" marR="0" lvl="1" indent="-355618" algn="l" rtl="0">
              <a:spcBef>
                <a:spcPts val="373"/>
              </a:spcBef>
              <a:spcAft>
                <a:spcPts val="0"/>
              </a:spcAft>
              <a:buClr>
                <a:schemeClr val="dk1"/>
              </a:buClr>
              <a:buSzPts val="4800"/>
              <a:buFont typeface="Archivo SemiBold"/>
              <a:buChar char="○"/>
              <a:defRPr sz="3200" i="0" u="none" strike="noStrike" cap="none">
                <a:solidFill>
                  <a:schemeClr val="dk1"/>
                </a:solidFill>
                <a:latin typeface="Archivo SemiBold"/>
                <a:ea typeface="Archivo SemiBold"/>
                <a:cs typeface="Archivo SemiBold"/>
                <a:sym typeface="Archivo SemiBold"/>
              </a:defRPr>
            </a:lvl2pPr>
            <a:lvl3pPr marL="914446" marR="0" lvl="2" indent="-292115" algn="l" rtl="0">
              <a:spcBef>
                <a:spcPts val="320"/>
              </a:spcBef>
              <a:spcAft>
                <a:spcPts val="0"/>
              </a:spcAft>
              <a:buClr>
                <a:schemeClr val="dk1"/>
              </a:buClr>
              <a:buSzPts val="3300"/>
              <a:buFont typeface="Archivo Medium"/>
              <a:buChar char="■"/>
              <a:defRPr sz="2200" i="0" u="none" strike="noStrike" cap="none">
                <a:solidFill>
                  <a:schemeClr val="dk1"/>
                </a:solidFill>
                <a:latin typeface="Archivo Medium"/>
                <a:ea typeface="Archivo Medium"/>
                <a:cs typeface="Archivo Medium"/>
                <a:sym typeface="Archivo Medium"/>
              </a:defRPr>
            </a:lvl3pPr>
            <a:lvl4pPr marL="1219261" marR="0" lvl="3" indent="-254013" algn="l" rtl="0">
              <a:spcBef>
                <a:spcPts val="267"/>
              </a:spcBef>
              <a:spcAft>
                <a:spcPts val="0"/>
              </a:spcAft>
              <a:buClr>
                <a:schemeClr val="dk1"/>
              </a:buClr>
              <a:buSzPts val="2400"/>
              <a:buFont typeface="Archivo"/>
              <a:buChar char="●"/>
              <a:defRPr sz="1600" b="1" i="0" u="none" strike="noStrike" cap="none">
                <a:solidFill>
                  <a:schemeClr val="dk1"/>
                </a:solidFill>
                <a:latin typeface="Archivo"/>
                <a:ea typeface="Archivo"/>
                <a:cs typeface="Archivo"/>
                <a:sym typeface="Archivo"/>
              </a:defRPr>
            </a:lvl4pPr>
            <a:lvl5pPr marL="1524076" marR="0" lvl="4" indent="-241312" algn="l" rtl="0">
              <a:spcBef>
                <a:spcPts val="267"/>
              </a:spcBef>
              <a:spcAft>
                <a:spcPts val="0"/>
              </a:spcAft>
              <a:buClr>
                <a:schemeClr val="dk1"/>
              </a:buClr>
              <a:buSzPts val="2100"/>
              <a:buFont typeface="Archivo SemiBold"/>
              <a:buChar char="○"/>
              <a:defRPr sz="1400" i="0" u="none" strike="noStrike" cap="none">
                <a:solidFill>
                  <a:schemeClr val="dk1"/>
                </a:solidFill>
                <a:latin typeface="Archivo SemiBold"/>
                <a:ea typeface="Archivo SemiBold"/>
                <a:cs typeface="Archivo SemiBold"/>
                <a:sym typeface="Archivo SemiBold"/>
              </a:defRPr>
            </a:lvl5pPr>
            <a:lvl6pPr marL="1828891" marR="0" lvl="5" indent="-228611" algn="l" rtl="0">
              <a:spcBef>
                <a:spcPts val="267"/>
              </a:spcBef>
              <a:spcAft>
                <a:spcPts val="0"/>
              </a:spcAft>
              <a:buClr>
                <a:schemeClr val="dk1"/>
              </a:buClr>
              <a:buSzPts val="1800"/>
              <a:buFont typeface="Archivo Medium"/>
              <a:buChar char="■"/>
              <a:defRPr sz="1200" i="0" u="none" strike="noStrike" cap="none">
                <a:solidFill>
                  <a:schemeClr val="dk1"/>
                </a:solidFill>
                <a:latin typeface="Archivo Medium"/>
                <a:ea typeface="Archivo Medium"/>
                <a:cs typeface="Archivo Medium"/>
                <a:sym typeface="Archivo Medium"/>
              </a:defRPr>
            </a:lvl6pPr>
            <a:lvl7pPr marL="2133707" marR="0" lvl="6" indent="-211677" algn="l" rtl="0">
              <a:spcBef>
                <a:spcPts val="267"/>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2438522" marR="0" lvl="7"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8pPr>
            <a:lvl9pPr marL="2743337" marR="0" lvl="8"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9pPr>
          </a:lstStyle>
          <a:p>
            <a:endParaRPr/>
          </a:p>
        </p:txBody>
      </p:sp>
      <p:sp>
        <p:nvSpPr>
          <p:cNvPr id="28" name="Google Shape;28;p7"/>
          <p:cNvSpPr/>
          <p:nvPr/>
        </p:nvSpPr>
        <p:spPr>
          <a:xfrm>
            <a:off x="0" y="0"/>
            <a:ext cx="3819599" cy="1829588"/>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4">
              <a:alphaModFix/>
            </a:blip>
            <a:stretch>
              <a:fillRect l="-29" r="-19"/>
            </a:stretch>
          </a:blipFill>
          <a:ln>
            <a:noFill/>
          </a:ln>
        </p:spPr>
      </p:sp>
    </p:spTree>
    <p:extLst>
      <p:ext uri="{BB962C8B-B14F-4D97-AF65-F5344CB8AC3E}">
        <p14:creationId xmlns:p14="http://schemas.microsoft.com/office/powerpoint/2010/main" val="368905466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Agenda or Contents Page alternate logo placement" type="secHead">
  <p:cSld name="Agenda or Contents Page alternate logo placement">
    <p:spTree>
      <p:nvGrpSpPr>
        <p:cNvPr id="1" name="Shape 34"/>
        <p:cNvGrpSpPr/>
        <p:nvPr/>
      </p:nvGrpSpPr>
      <p:grpSpPr>
        <a:xfrm>
          <a:off x="0" y="0"/>
          <a:ext cx="0" cy="0"/>
          <a:chOff x="0" y="0"/>
          <a:chExt cx="0" cy="0"/>
        </a:xfrm>
      </p:grpSpPr>
      <p:sp>
        <p:nvSpPr>
          <p:cNvPr id="35" name="Google Shape;35;p9"/>
          <p:cNvSpPr/>
          <p:nvPr/>
        </p:nvSpPr>
        <p:spPr>
          <a:xfrm>
            <a:off x="10352693" y="5983889"/>
            <a:ext cx="1844404" cy="883469"/>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2">
              <a:alphaModFix/>
            </a:blip>
            <a:stretch>
              <a:fillRect l="-29" r="-1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36" name="Google Shape;36;p9"/>
          <p:cNvSpPr/>
          <p:nvPr/>
        </p:nvSpPr>
        <p:spPr>
          <a:xfrm>
            <a:off x="-899356" y="-895481"/>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3">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37" name="Google Shape;37;p9"/>
          <p:cNvSpPr txBox="1">
            <a:spLocks noGrp="1"/>
          </p:cNvSpPr>
          <p:nvPr>
            <p:ph type="body" idx="1"/>
          </p:nvPr>
        </p:nvSpPr>
        <p:spPr>
          <a:xfrm>
            <a:off x="1654900" y="1721200"/>
            <a:ext cx="7425600" cy="3726200"/>
          </a:xfrm>
          <a:prstGeom prst="rect">
            <a:avLst/>
          </a:prstGeom>
          <a:noFill/>
          <a:ln>
            <a:noFill/>
          </a:ln>
        </p:spPr>
        <p:txBody>
          <a:bodyPr spcFirstLastPara="1" wrap="square" lIns="91425" tIns="45700" rIns="91425" bIns="45700" anchor="t" anchorCtr="0">
            <a:normAutofit/>
          </a:bodyPr>
          <a:lstStyle>
            <a:lvl1pPr marL="304815" marR="0" lvl="0" indent="-385253" algn="l" rtl="0">
              <a:spcBef>
                <a:spcPts val="427"/>
              </a:spcBef>
              <a:spcAft>
                <a:spcPts val="0"/>
              </a:spcAft>
              <a:buClr>
                <a:srgbClr val="00693D"/>
              </a:buClr>
              <a:buSzPts val="5500"/>
              <a:buFont typeface="Archivo"/>
              <a:buChar char="●"/>
              <a:defRPr sz="3667" b="1" i="0" u="none" strike="noStrike" cap="none">
                <a:solidFill>
                  <a:srgbClr val="00693D"/>
                </a:solidFill>
                <a:latin typeface="Archivo"/>
                <a:ea typeface="Archivo"/>
                <a:cs typeface="Archivo"/>
                <a:sym typeface="Archivo"/>
              </a:defRPr>
            </a:lvl1pPr>
            <a:lvl2pPr marL="609630" marR="0" lvl="1" indent="-355618" algn="l" rtl="0">
              <a:spcBef>
                <a:spcPts val="373"/>
              </a:spcBef>
              <a:spcAft>
                <a:spcPts val="0"/>
              </a:spcAft>
              <a:buClr>
                <a:schemeClr val="dk1"/>
              </a:buClr>
              <a:buSzPts val="4800"/>
              <a:buFont typeface="Archivo SemiBold"/>
              <a:buChar char="○"/>
              <a:defRPr sz="3200" i="0" u="none" strike="noStrike" cap="none">
                <a:solidFill>
                  <a:schemeClr val="dk1"/>
                </a:solidFill>
                <a:latin typeface="Archivo SemiBold"/>
                <a:ea typeface="Archivo SemiBold"/>
                <a:cs typeface="Archivo SemiBold"/>
                <a:sym typeface="Archivo SemiBold"/>
              </a:defRPr>
            </a:lvl2pPr>
            <a:lvl3pPr marL="914446" marR="0" lvl="2" indent="-292115" algn="l" rtl="0">
              <a:spcBef>
                <a:spcPts val="320"/>
              </a:spcBef>
              <a:spcAft>
                <a:spcPts val="0"/>
              </a:spcAft>
              <a:buClr>
                <a:schemeClr val="dk1"/>
              </a:buClr>
              <a:buSzPts val="3300"/>
              <a:buFont typeface="Archivo Medium"/>
              <a:buChar char="■"/>
              <a:defRPr sz="2200" i="0" u="none" strike="noStrike" cap="none">
                <a:solidFill>
                  <a:schemeClr val="dk1"/>
                </a:solidFill>
                <a:latin typeface="Archivo Medium"/>
                <a:ea typeface="Archivo Medium"/>
                <a:cs typeface="Archivo Medium"/>
                <a:sym typeface="Archivo Medium"/>
              </a:defRPr>
            </a:lvl3pPr>
            <a:lvl4pPr marL="1219261" marR="0" lvl="3" indent="-254013" algn="l" rtl="0">
              <a:spcBef>
                <a:spcPts val="267"/>
              </a:spcBef>
              <a:spcAft>
                <a:spcPts val="0"/>
              </a:spcAft>
              <a:buClr>
                <a:schemeClr val="dk1"/>
              </a:buClr>
              <a:buSzPts val="2400"/>
              <a:buFont typeface="Archivo"/>
              <a:buChar char="●"/>
              <a:defRPr sz="1600" b="1" i="0" u="none" strike="noStrike" cap="none">
                <a:solidFill>
                  <a:schemeClr val="dk1"/>
                </a:solidFill>
                <a:latin typeface="Archivo"/>
                <a:ea typeface="Archivo"/>
                <a:cs typeface="Archivo"/>
                <a:sym typeface="Archivo"/>
              </a:defRPr>
            </a:lvl4pPr>
            <a:lvl5pPr marL="1524076" marR="0" lvl="4" indent="-241312" algn="l" rtl="0">
              <a:spcBef>
                <a:spcPts val="267"/>
              </a:spcBef>
              <a:spcAft>
                <a:spcPts val="0"/>
              </a:spcAft>
              <a:buClr>
                <a:schemeClr val="dk1"/>
              </a:buClr>
              <a:buSzPts val="2100"/>
              <a:buFont typeface="Archivo SemiBold"/>
              <a:buChar char="○"/>
              <a:defRPr sz="1400" i="0" u="none" strike="noStrike" cap="none">
                <a:solidFill>
                  <a:schemeClr val="dk1"/>
                </a:solidFill>
                <a:latin typeface="Archivo SemiBold"/>
                <a:ea typeface="Archivo SemiBold"/>
                <a:cs typeface="Archivo SemiBold"/>
                <a:sym typeface="Archivo SemiBold"/>
              </a:defRPr>
            </a:lvl5pPr>
            <a:lvl6pPr marL="1828891" marR="0" lvl="5" indent="-228611" algn="l" rtl="0">
              <a:spcBef>
                <a:spcPts val="267"/>
              </a:spcBef>
              <a:spcAft>
                <a:spcPts val="0"/>
              </a:spcAft>
              <a:buClr>
                <a:schemeClr val="dk1"/>
              </a:buClr>
              <a:buSzPts val="1800"/>
              <a:buFont typeface="Archivo Medium"/>
              <a:buChar char="■"/>
              <a:defRPr sz="1200" i="0" u="none" strike="noStrike" cap="none">
                <a:solidFill>
                  <a:schemeClr val="dk1"/>
                </a:solidFill>
                <a:latin typeface="Archivo Medium"/>
                <a:ea typeface="Archivo Medium"/>
                <a:cs typeface="Archivo Medium"/>
                <a:sym typeface="Archivo Medium"/>
              </a:defRPr>
            </a:lvl6pPr>
            <a:lvl7pPr marL="2133707" marR="0" lvl="6" indent="-211677" algn="l" rtl="0">
              <a:spcBef>
                <a:spcPts val="267"/>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2438522" marR="0" lvl="7"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8pPr>
            <a:lvl9pPr marL="2743337" marR="0" lvl="8"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9pPr>
          </a:lstStyle>
          <a:p>
            <a:endParaRPr/>
          </a:p>
        </p:txBody>
      </p:sp>
    </p:spTree>
    <p:extLst>
      <p:ext uri="{BB962C8B-B14F-4D97-AF65-F5344CB8AC3E}">
        <p14:creationId xmlns:p14="http://schemas.microsoft.com/office/powerpoint/2010/main" val="33059178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Intro Slide Option 2" type="twoTxTwoObj">
  <p:cSld name="Intro Slide Option 2">
    <p:bg>
      <p:bgPr>
        <a:solidFill>
          <a:srgbClr val="00693D"/>
        </a:solidFill>
        <a:effectLst/>
      </p:bgPr>
    </p:bg>
    <p:spTree>
      <p:nvGrpSpPr>
        <p:cNvPr id="1" name="Shape 43"/>
        <p:cNvGrpSpPr/>
        <p:nvPr/>
      </p:nvGrpSpPr>
      <p:grpSpPr>
        <a:xfrm>
          <a:off x="0" y="0"/>
          <a:ext cx="0" cy="0"/>
          <a:chOff x="0" y="0"/>
          <a:chExt cx="0" cy="0"/>
        </a:xfrm>
      </p:grpSpPr>
      <p:sp>
        <p:nvSpPr>
          <p:cNvPr id="44" name="Google Shape;44;p11"/>
          <p:cNvSpPr/>
          <p:nvPr/>
        </p:nvSpPr>
        <p:spPr>
          <a:xfrm>
            <a:off x="802544" y="1510467"/>
            <a:ext cx="1300075" cy="1086732"/>
          </a:xfrm>
          <a:custGeom>
            <a:avLst/>
            <a:gdLst/>
            <a:ahLst/>
            <a:cxnLst/>
            <a:rect l="l" t="t" r="r" b="b"/>
            <a:pathLst>
              <a:path w="3578188" h="2597765" extrusionOk="0">
                <a:moveTo>
                  <a:pt x="0" y="0"/>
                </a:moveTo>
                <a:lnTo>
                  <a:pt x="3578188" y="0"/>
                </a:lnTo>
                <a:lnTo>
                  <a:pt x="3578188" y="2597765"/>
                </a:lnTo>
                <a:lnTo>
                  <a:pt x="0" y="2597765"/>
                </a:lnTo>
                <a:lnTo>
                  <a:pt x="0" y="0"/>
                </a:lnTo>
                <a:close/>
              </a:path>
            </a:pathLst>
          </a:custGeom>
          <a:blipFill rotWithShape="1">
            <a:blip r:embed="rId2">
              <a:alphaModFix/>
            </a:blip>
            <a:stretch>
              <a:fillRect l="-69" r="-5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45" name="Google Shape;45;p11"/>
          <p:cNvSpPr/>
          <p:nvPr/>
        </p:nvSpPr>
        <p:spPr>
          <a:xfrm>
            <a:off x="10347596" y="5974531"/>
            <a:ext cx="1844404" cy="883469"/>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3">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46" name="Google Shape;46;p11"/>
          <p:cNvSpPr/>
          <p:nvPr/>
        </p:nvSpPr>
        <p:spPr>
          <a:xfrm>
            <a:off x="10951344" y="-914048"/>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4">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47" name="Google Shape;47;p11"/>
          <p:cNvSpPr txBox="1">
            <a:spLocks noGrp="1"/>
          </p:cNvSpPr>
          <p:nvPr>
            <p:ph type="title"/>
          </p:nvPr>
        </p:nvSpPr>
        <p:spPr>
          <a:xfrm>
            <a:off x="2213800" y="1588881"/>
            <a:ext cx="11249000" cy="11904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chemeClr val="lt1"/>
              </a:buClr>
              <a:buSzPts val="6500"/>
              <a:buFont typeface="Anton"/>
              <a:buNone/>
              <a:defRPr sz="4334" i="0" u="none" strike="noStrike" cap="none">
                <a:solidFill>
                  <a:schemeClr val="lt1"/>
                </a:solidFill>
                <a:latin typeface="Anton"/>
                <a:ea typeface="Anton"/>
                <a:cs typeface="Anton"/>
                <a:sym typeface="Anton"/>
              </a:defRPr>
            </a:lvl1pPr>
            <a:lvl2pPr lvl="1" rtl="0">
              <a:spcBef>
                <a:spcPts val="0"/>
              </a:spcBef>
              <a:spcAft>
                <a:spcPts val="0"/>
              </a:spcAft>
              <a:buClr>
                <a:schemeClr val="lt1"/>
              </a:buClr>
              <a:buSzPts val="6500"/>
              <a:buNone/>
              <a:defRPr sz="4334">
                <a:solidFill>
                  <a:schemeClr val="lt1"/>
                </a:solidFill>
              </a:defRPr>
            </a:lvl2pPr>
            <a:lvl3pPr lvl="2" rtl="0">
              <a:spcBef>
                <a:spcPts val="0"/>
              </a:spcBef>
              <a:spcAft>
                <a:spcPts val="0"/>
              </a:spcAft>
              <a:buClr>
                <a:schemeClr val="lt1"/>
              </a:buClr>
              <a:buSzPts val="6500"/>
              <a:buNone/>
              <a:defRPr sz="4334">
                <a:solidFill>
                  <a:schemeClr val="lt1"/>
                </a:solidFill>
              </a:defRPr>
            </a:lvl3pPr>
            <a:lvl4pPr lvl="3" rtl="0">
              <a:spcBef>
                <a:spcPts val="0"/>
              </a:spcBef>
              <a:spcAft>
                <a:spcPts val="0"/>
              </a:spcAft>
              <a:buClr>
                <a:schemeClr val="lt1"/>
              </a:buClr>
              <a:buSzPts val="6500"/>
              <a:buNone/>
              <a:defRPr sz="4334">
                <a:solidFill>
                  <a:schemeClr val="lt1"/>
                </a:solidFill>
              </a:defRPr>
            </a:lvl4pPr>
            <a:lvl5pPr lvl="4" rtl="0">
              <a:spcBef>
                <a:spcPts val="0"/>
              </a:spcBef>
              <a:spcAft>
                <a:spcPts val="0"/>
              </a:spcAft>
              <a:buClr>
                <a:schemeClr val="lt1"/>
              </a:buClr>
              <a:buSzPts val="6500"/>
              <a:buNone/>
              <a:defRPr sz="4334">
                <a:solidFill>
                  <a:schemeClr val="lt1"/>
                </a:solidFill>
              </a:defRPr>
            </a:lvl5pPr>
            <a:lvl6pPr lvl="5" rtl="0">
              <a:spcBef>
                <a:spcPts val="0"/>
              </a:spcBef>
              <a:spcAft>
                <a:spcPts val="0"/>
              </a:spcAft>
              <a:buClr>
                <a:schemeClr val="lt1"/>
              </a:buClr>
              <a:buSzPts val="6500"/>
              <a:buNone/>
              <a:defRPr sz="4334">
                <a:solidFill>
                  <a:schemeClr val="lt1"/>
                </a:solidFill>
              </a:defRPr>
            </a:lvl6pPr>
            <a:lvl7pPr lvl="6" rtl="0">
              <a:spcBef>
                <a:spcPts val="0"/>
              </a:spcBef>
              <a:spcAft>
                <a:spcPts val="0"/>
              </a:spcAft>
              <a:buClr>
                <a:schemeClr val="lt1"/>
              </a:buClr>
              <a:buSzPts val="6500"/>
              <a:buNone/>
              <a:defRPr sz="4334">
                <a:solidFill>
                  <a:schemeClr val="lt1"/>
                </a:solidFill>
              </a:defRPr>
            </a:lvl7pPr>
            <a:lvl8pPr lvl="7" rtl="0">
              <a:spcBef>
                <a:spcPts val="0"/>
              </a:spcBef>
              <a:spcAft>
                <a:spcPts val="0"/>
              </a:spcAft>
              <a:buClr>
                <a:schemeClr val="lt1"/>
              </a:buClr>
              <a:buSzPts val="6500"/>
              <a:buNone/>
              <a:defRPr sz="4334">
                <a:solidFill>
                  <a:schemeClr val="lt1"/>
                </a:solidFill>
              </a:defRPr>
            </a:lvl8pPr>
            <a:lvl9pPr lvl="8" rtl="0">
              <a:spcBef>
                <a:spcPts val="0"/>
              </a:spcBef>
              <a:spcAft>
                <a:spcPts val="0"/>
              </a:spcAft>
              <a:buClr>
                <a:schemeClr val="lt1"/>
              </a:buClr>
              <a:buSzPts val="6500"/>
              <a:buNone/>
              <a:defRPr sz="4334">
                <a:solidFill>
                  <a:schemeClr val="lt1"/>
                </a:solidFill>
              </a:defRPr>
            </a:lvl9pPr>
          </a:lstStyle>
          <a:p>
            <a:endParaRPr/>
          </a:p>
        </p:txBody>
      </p:sp>
    </p:spTree>
    <p:extLst>
      <p:ext uri="{BB962C8B-B14F-4D97-AF65-F5344CB8AC3E}">
        <p14:creationId xmlns:p14="http://schemas.microsoft.com/office/powerpoint/2010/main" val="406176868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Photo Box and Text">
  <p:cSld name="Photo Box and Text">
    <p:spTree>
      <p:nvGrpSpPr>
        <p:cNvPr id="1" name="Shape 48"/>
        <p:cNvGrpSpPr/>
        <p:nvPr/>
      </p:nvGrpSpPr>
      <p:grpSpPr>
        <a:xfrm>
          <a:off x="0" y="0"/>
          <a:ext cx="0" cy="0"/>
          <a:chOff x="0" y="0"/>
          <a:chExt cx="0" cy="0"/>
        </a:xfrm>
      </p:grpSpPr>
      <p:sp>
        <p:nvSpPr>
          <p:cNvPr id="49" name="Google Shape;49;p12"/>
          <p:cNvSpPr>
            <a:spLocks noGrp="1"/>
          </p:cNvSpPr>
          <p:nvPr>
            <p:ph type="pic" idx="2"/>
          </p:nvPr>
        </p:nvSpPr>
        <p:spPr>
          <a:xfrm>
            <a:off x="28217" y="1050150"/>
            <a:ext cx="4331600" cy="5451800"/>
          </a:xfrm>
          <a:prstGeom prst="rect">
            <a:avLst/>
          </a:prstGeom>
          <a:noFill/>
          <a:ln>
            <a:noFill/>
          </a:ln>
        </p:spPr>
      </p:sp>
      <p:sp>
        <p:nvSpPr>
          <p:cNvPr id="50" name="Google Shape;50;p12"/>
          <p:cNvSpPr/>
          <p:nvPr/>
        </p:nvSpPr>
        <p:spPr>
          <a:xfrm>
            <a:off x="28215" y="0"/>
            <a:ext cx="1844404" cy="883469"/>
          </a:xfrm>
          <a:custGeom>
            <a:avLst/>
            <a:gdLst/>
            <a:ahLst/>
            <a:cxnLst/>
            <a:rect l="l" t="t" r="r" b="b"/>
            <a:pathLst>
              <a:path w="2766606" h="1325204" extrusionOk="0">
                <a:moveTo>
                  <a:pt x="0" y="0"/>
                </a:moveTo>
                <a:lnTo>
                  <a:pt x="2766605" y="0"/>
                </a:lnTo>
                <a:lnTo>
                  <a:pt x="2766605" y="1325204"/>
                </a:lnTo>
                <a:lnTo>
                  <a:pt x="0" y="1325204"/>
                </a:lnTo>
                <a:lnTo>
                  <a:pt x="0" y="0"/>
                </a:lnTo>
                <a:close/>
              </a:path>
            </a:pathLst>
          </a:custGeom>
          <a:blipFill rotWithShape="1">
            <a:blip r:embed="rId2">
              <a:alphaModFix/>
            </a:blip>
            <a:stretch>
              <a:fillRect l="-29" r="-1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51" name="Google Shape;51;p12"/>
          <p:cNvSpPr/>
          <p:nvPr/>
        </p:nvSpPr>
        <p:spPr>
          <a:xfrm>
            <a:off x="-707765" y="3725167"/>
            <a:ext cx="5199477" cy="5138816"/>
          </a:xfrm>
          <a:custGeom>
            <a:avLst/>
            <a:gdLst/>
            <a:ahLst/>
            <a:cxnLst/>
            <a:rect l="l" t="t" r="r" b="b"/>
            <a:pathLst>
              <a:path w="7799215" h="7708224" extrusionOk="0">
                <a:moveTo>
                  <a:pt x="0" y="0"/>
                </a:moveTo>
                <a:lnTo>
                  <a:pt x="7799215" y="0"/>
                </a:lnTo>
                <a:lnTo>
                  <a:pt x="7799215" y="7708224"/>
                </a:lnTo>
                <a:lnTo>
                  <a:pt x="0" y="7708224"/>
                </a:lnTo>
                <a:lnTo>
                  <a:pt x="0" y="0"/>
                </a:lnTo>
                <a:close/>
              </a:path>
            </a:pathLst>
          </a:custGeom>
          <a:blipFill rotWithShape="1">
            <a:blip r:embed="rId3">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52" name="Google Shape;52;p12"/>
          <p:cNvSpPr/>
          <p:nvPr/>
        </p:nvSpPr>
        <p:spPr>
          <a:xfrm>
            <a:off x="10951344" y="-914048"/>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4">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53" name="Google Shape;53;p12"/>
          <p:cNvSpPr txBox="1">
            <a:spLocks noGrp="1"/>
          </p:cNvSpPr>
          <p:nvPr>
            <p:ph type="body" idx="1"/>
          </p:nvPr>
        </p:nvSpPr>
        <p:spPr>
          <a:xfrm>
            <a:off x="5162783" y="1118000"/>
            <a:ext cx="7425600" cy="3726200"/>
          </a:xfrm>
          <a:prstGeom prst="rect">
            <a:avLst/>
          </a:prstGeom>
          <a:noFill/>
          <a:ln>
            <a:noFill/>
          </a:ln>
        </p:spPr>
        <p:txBody>
          <a:bodyPr spcFirstLastPara="1" wrap="square" lIns="91425" tIns="45700" rIns="91425" bIns="45700" anchor="t" anchorCtr="0">
            <a:normAutofit/>
          </a:bodyPr>
          <a:lstStyle>
            <a:lvl1pPr marL="304815" marR="0" lvl="0" indent="-385253" algn="l" rtl="0">
              <a:spcBef>
                <a:spcPts val="427"/>
              </a:spcBef>
              <a:spcAft>
                <a:spcPts val="0"/>
              </a:spcAft>
              <a:buClr>
                <a:srgbClr val="00693D"/>
              </a:buClr>
              <a:buSzPts val="5500"/>
              <a:buFont typeface="Archivo"/>
              <a:buChar char="●"/>
              <a:defRPr sz="3667" b="1" i="0" u="none" strike="noStrike" cap="none">
                <a:solidFill>
                  <a:srgbClr val="00693D"/>
                </a:solidFill>
                <a:latin typeface="Archivo"/>
                <a:ea typeface="Archivo"/>
                <a:cs typeface="Archivo"/>
                <a:sym typeface="Archivo"/>
              </a:defRPr>
            </a:lvl1pPr>
            <a:lvl2pPr marL="609630" marR="0" lvl="1" indent="-355618" algn="l" rtl="0">
              <a:spcBef>
                <a:spcPts val="373"/>
              </a:spcBef>
              <a:spcAft>
                <a:spcPts val="0"/>
              </a:spcAft>
              <a:buClr>
                <a:schemeClr val="dk1"/>
              </a:buClr>
              <a:buSzPts val="4800"/>
              <a:buFont typeface="Archivo SemiBold"/>
              <a:buChar char="○"/>
              <a:defRPr sz="3200" i="0" u="none" strike="noStrike" cap="none">
                <a:solidFill>
                  <a:schemeClr val="dk1"/>
                </a:solidFill>
                <a:latin typeface="Archivo SemiBold"/>
                <a:ea typeface="Archivo SemiBold"/>
                <a:cs typeface="Archivo SemiBold"/>
                <a:sym typeface="Archivo SemiBold"/>
              </a:defRPr>
            </a:lvl2pPr>
            <a:lvl3pPr marL="914446" marR="0" lvl="2" indent="-292115" algn="l" rtl="0">
              <a:spcBef>
                <a:spcPts val="320"/>
              </a:spcBef>
              <a:spcAft>
                <a:spcPts val="0"/>
              </a:spcAft>
              <a:buClr>
                <a:schemeClr val="dk1"/>
              </a:buClr>
              <a:buSzPts val="3300"/>
              <a:buFont typeface="Archivo Medium"/>
              <a:buChar char="■"/>
              <a:defRPr sz="2200" i="0" u="none" strike="noStrike" cap="none">
                <a:solidFill>
                  <a:schemeClr val="dk1"/>
                </a:solidFill>
                <a:latin typeface="Archivo Medium"/>
                <a:ea typeface="Archivo Medium"/>
                <a:cs typeface="Archivo Medium"/>
                <a:sym typeface="Archivo Medium"/>
              </a:defRPr>
            </a:lvl3pPr>
            <a:lvl4pPr marL="1219261" marR="0" lvl="3" indent="-254013" algn="l" rtl="0">
              <a:spcBef>
                <a:spcPts val="267"/>
              </a:spcBef>
              <a:spcAft>
                <a:spcPts val="0"/>
              </a:spcAft>
              <a:buClr>
                <a:schemeClr val="dk1"/>
              </a:buClr>
              <a:buSzPts val="2400"/>
              <a:buFont typeface="Archivo"/>
              <a:buChar char="●"/>
              <a:defRPr sz="1600" b="1" i="0" u="none" strike="noStrike" cap="none">
                <a:solidFill>
                  <a:schemeClr val="dk1"/>
                </a:solidFill>
                <a:latin typeface="Archivo"/>
                <a:ea typeface="Archivo"/>
                <a:cs typeface="Archivo"/>
                <a:sym typeface="Archivo"/>
              </a:defRPr>
            </a:lvl4pPr>
            <a:lvl5pPr marL="1524076" marR="0" lvl="4" indent="-241312" algn="l" rtl="0">
              <a:spcBef>
                <a:spcPts val="267"/>
              </a:spcBef>
              <a:spcAft>
                <a:spcPts val="0"/>
              </a:spcAft>
              <a:buClr>
                <a:schemeClr val="dk1"/>
              </a:buClr>
              <a:buSzPts val="2100"/>
              <a:buFont typeface="Archivo SemiBold"/>
              <a:buChar char="○"/>
              <a:defRPr sz="1400" i="0" u="none" strike="noStrike" cap="none">
                <a:solidFill>
                  <a:schemeClr val="dk1"/>
                </a:solidFill>
                <a:latin typeface="Archivo SemiBold"/>
                <a:ea typeface="Archivo SemiBold"/>
                <a:cs typeface="Archivo SemiBold"/>
                <a:sym typeface="Archivo SemiBold"/>
              </a:defRPr>
            </a:lvl5pPr>
            <a:lvl6pPr marL="1828891" marR="0" lvl="5" indent="-228611" algn="l" rtl="0">
              <a:spcBef>
                <a:spcPts val="267"/>
              </a:spcBef>
              <a:spcAft>
                <a:spcPts val="0"/>
              </a:spcAft>
              <a:buClr>
                <a:schemeClr val="dk1"/>
              </a:buClr>
              <a:buSzPts val="1800"/>
              <a:buFont typeface="Archivo Medium"/>
              <a:buChar char="■"/>
              <a:defRPr sz="1200" i="0" u="none" strike="noStrike" cap="none">
                <a:solidFill>
                  <a:schemeClr val="dk1"/>
                </a:solidFill>
                <a:latin typeface="Archivo Medium"/>
                <a:ea typeface="Archivo Medium"/>
                <a:cs typeface="Archivo Medium"/>
                <a:sym typeface="Archivo Medium"/>
              </a:defRPr>
            </a:lvl6pPr>
            <a:lvl7pPr marL="2133707" marR="0" lvl="6" indent="-211677" algn="l" rtl="0">
              <a:spcBef>
                <a:spcPts val="267"/>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2438522" marR="0" lvl="7"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8pPr>
            <a:lvl9pPr marL="2743337" marR="0" lvl="8"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9pPr>
          </a:lstStyle>
          <a:p>
            <a:endParaRPr/>
          </a:p>
        </p:txBody>
      </p:sp>
      <p:cxnSp>
        <p:nvCxnSpPr>
          <p:cNvPr id="54" name="Google Shape;54;p12"/>
          <p:cNvCxnSpPr/>
          <p:nvPr/>
        </p:nvCxnSpPr>
        <p:spPr>
          <a:xfrm rot="10800000">
            <a:off x="4695752" y="949750"/>
            <a:ext cx="31000" cy="5652600"/>
          </a:xfrm>
          <a:prstGeom prst="straightConnector1">
            <a:avLst/>
          </a:prstGeom>
          <a:noFill/>
          <a:ln w="38100" cap="flat" cmpd="sng">
            <a:solidFill>
              <a:schemeClr val="dk2"/>
            </a:solidFill>
            <a:prstDash val="solid"/>
            <a:round/>
            <a:headEnd type="none" w="med" len="med"/>
            <a:tailEnd type="none" w="med" len="med"/>
          </a:ln>
        </p:spPr>
      </p:cxnSp>
      <p:cxnSp>
        <p:nvCxnSpPr>
          <p:cNvPr id="55" name="Google Shape;55;p12"/>
          <p:cNvCxnSpPr/>
          <p:nvPr/>
        </p:nvCxnSpPr>
        <p:spPr>
          <a:xfrm rot="10800000">
            <a:off x="4819550" y="1687881"/>
            <a:ext cx="15400" cy="3888800"/>
          </a:xfrm>
          <a:prstGeom prst="straightConnector1">
            <a:avLst/>
          </a:prstGeom>
          <a:noFill/>
          <a:ln w="28575" cap="flat" cmpd="sng">
            <a:solidFill>
              <a:srgbClr val="A5D75F"/>
            </a:solidFill>
            <a:prstDash val="solid"/>
            <a:round/>
            <a:headEnd type="none" w="med" len="med"/>
            <a:tailEnd type="none" w="med" len="med"/>
          </a:ln>
        </p:spPr>
      </p:cxnSp>
    </p:spTree>
    <p:extLst>
      <p:ext uri="{BB962C8B-B14F-4D97-AF65-F5344CB8AC3E}">
        <p14:creationId xmlns:p14="http://schemas.microsoft.com/office/powerpoint/2010/main" val="186593698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Photo Box and Text Option 2" type="titleOnly">
  <p:cSld name="Photo Box and Text Option 2">
    <p:spTree>
      <p:nvGrpSpPr>
        <p:cNvPr id="1" name="Shape 56"/>
        <p:cNvGrpSpPr/>
        <p:nvPr/>
      </p:nvGrpSpPr>
      <p:grpSpPr>
        <a:xfrm>
          <a:off x="0" y="0"/>
          <a:ext cx="0" cy="0"/>
          <a:chOff x="0" y="0"/>
          <a:chExt cx="0" cy="0"/>
        </a:xfrm>
      </p:grpSpPr>
      <p:sp>
        <p:nvSpPr>
          <p:cNvPr id="57" name="Google Shape;57;p13"/>
          <p:cNvSpPr/>
          <p:nvPr/>
        </p:nvSpPr>
        <p:spPr>
          <a:xfrm>
            <a:off x="28215" y="0"/>
            <a:ext cx="1844404" cy="883469"/>
          </a:xfrm>
          <a:custGeom>
            <a:avLst/>
            <a:gdLst/>
            <a:ahLst/>
            <a:cxnLst/>
            <a:rect l="l" t="t" r="r" b="b"/>
            <a:pathLst>
              <a:path w="2766606" h="1325204" extrusionOk="0">
                <a:moveTo>
                  <a:pt x="0" y="0"/>
                </a:moveTo>
                <a:lnTo>
                  <a:pt x="2766605" y="0"/>
                </a:lnTo>
                <a:lnTo>
                  <a:pt x="2766605" y="1325204"/>
                </a:lnTo>
                <a:lnTo>
                  <a:pt x="0" y="1325204"/>
                </a:lnTo>
                <a:lnTo>
                  <a:pt x="0" y="0"/>
                </a:lnTo>
                <a:close/>
              </a:path>
            </a:pathLst>
          </a:custGeom>
          <a:blipFill rotWithShape="1">
            <a:blip r:embed="rId2">
              <a:alphaModFix/>
            </a:blip>
            <a:stretch>
              <a:fillRect l="-29" r="-1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58" name="Google Shape;58;p13"/>
          <p:cNvSpPr/>
          <p:nvPr/>
        </p:nvSpPr>
        <p:spPr>
          <a:xfrm>
            <a:off x="10951344" y="-914048"/>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3">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59" name="Google Shape;59;p13"/>
          <p:cNvSpPr>
            <a:spLocks noGrp="1"/>
          </p:cNvSpPr>
          <p:nvPr>
            <p:ph type="pic" idx="2"/>
          </p:nvPr>
        </p:nvSpPr>
        <p:spPr>
          <a:xfrm>
            <a:off x="7581867" y="1519792"/>
            <a:ext cx="4380200" cy="4259600"/>
          </a:xfrm>
          <a:prstGeom prst="ellipse">
            <a:avLst/>
          </a:prstGeom>
          <a:noFill/>
          <a:ln>
            <a:noFill/>
          </a:ln>
        </p:spPr>
      </p:sp>
      <p:cxnSp>
        <p:nvCxnSpPr>
          <p:cNvPr id="60" name="Google Shape;60;p13"/>
          <p:cNvCxnSpPr/>
          <p:nvPr/>
        </p:nvCxnSpPr>
        <p:spPr>
          <a:xfrm>
            <a:off x="7331300" y="2134383"/>
            <a:ext cx="37200" cy="3696000"/>
          </a:xfrm>
          <a:prstGeom prst="straightConnector1">
            <a:avLst/>
          </a:prstGeom>
          <a:noFill/>
          <a:ln w="38100" cap="flat" cmpd="sng">
            <a:solidFill>
              <a:schemeClr val="dk2"/>
            </a:solidFill>
            <a:prstDash val="solid"/>
            <a:round/>
            <a:headEnd type="none" w="med" len="med"/>
            <a:tailEnd type="none" w="med" len="med"/>
          </a:ln>
        </p:spPr>
      </p:cxnSp>
      <p:cxnSp>
        <p:nvCxnSpPr>
          <p:cNvPr id="61" name="Google Shape;61;p13"/>
          <p:cNvCxnSpPr/>
          <p:nvPr/>
        </p:nvCxnSpPr>
        <p:spPr>
          <a:xfrm rot="10800000">
            <a:off x="7994667" y="6080467"/>
            <a:ext cx="3554600" cy="19000"/>
          </a:xfrm>
          <a:prstGeom prst="straightConnector1">
            <a:avLst/>
          </a:prstGeom>
          <a:noFill/>
          <a:ln w="38100" cap="flat" cmpd="sng">
            <a:solidFill>
              <a:schemeClr val="dk2"/>
            </a:solidFill>
            <a:prstDash val="solid"/>
            <a:round/>
            <a:headEnd type="none" w="med" len="med"/>
            <a:tailEnd type="none" w="med" len="med"/>
          </a:ln>
        </p:spPr>
      </p:cxnSp>
      <p:cxnSp>
        <p:nvCxnSpPr>
          <p:cNvPr id="62" name="Google Shape;62;p13"/>
          <p:cNvCxnSpPr/>
          <p:nvPr/>
        </p:nvCxnSpPr>
        <p:spPr>
          <a:xfrm>
            <a:off x="7201400" y="2805033"/>
            <a:ext cx="18600" cy="2542800"/>
          </a:xfrm>
          <a:prstGeom prst="straightConnector1">
            <a:avLst/>
          </a:prstGeom>
          <a:noFill/>
          <a:ln w="28575" cap="flat" cmpd="sng">
            <a:solidFill>
              <a:srgbClr val="A5D75F"/>
            </a:solidFill>
            <a:prstDash val="solid"/>
            <a:round/>
            <a:headEnd type="none" w="med" len="med"/>
            <a:tailEnd type="none" w="med" len="med"/>
          </a:ln>
        </p:spPr>
      </p:cxnSp>
      <p:cxnSp>
        <p:nvCxnSpPr>
          <p:cNvPr id="63" name="Google Shape;63;p13"/>
          <p:cNvCxnSpPr/>
          <p:nvPr/>
        </p:nvCxnSpPr>
        <p:spPr>
          <a:xfrm rot="10800000">
            <a:off x="8477167" y="5929733"/>
            <a:ext cx="2589600" cy="400"/>
          </a:xfrm>
          <a:prstGeom prst="straightConnector1">
            <a:avLst/>
          </a:prstGeom>
          <a:noFill/>
          <a:ln w="28575" cap="flat" cmpd="sng">
            <a:solidFill>
              <a:srgbClr val="A5D75F"/>
            </a:solidFill>
            <a:prstDash val="solid"/>
            <a:round/>
            <a:headEnd type="none" w="med" len="med"/>
            <a:tailEnd type="none" w="med" len="med"/>
          </a:ln>
        </p:spPr>
      </p:cxnSp>
      <p:sp>
        <p:nvSpPr>
          <p:cNvPr id="64" name="Google Shape;64;p13"/>
          <p:cNvSpPr/>
          <p:nvPr/>
        </p:nvSpPr>
        <p:spPr>
          <a:xfrm>
            <a:off x="7479798" y="5046500"/>
            <a:ext cx="864729" cy="883240"/>
          </a:xfrm>
          <a:custGeom>
            <a:avLst/>
            <a:gdLst/>
            <a:ahLst/>
            <a:cxnLst/>
            <a:rect l="l" t="t" r="r" b="b"/>
            <a:pathLst>
              <a:path w="3578188" h="2597765" extrusionOk="0">
                <a:moveTo>
                  <a:pt x="0" y="0"/>
                </a:moveTo>
                <a:lnTo>
                  <a:pt x="3578188" y="0"/>
                </a:lnTo>
                <a:lnTo>
                  <a:pt x="3578188" y="2597765"/>
                </a:lnTo>
                <a:lnTo>
                  <a:pt x="0" y="2597765"/>
                </a:lnTo>
                <a:lnTo>
                  <a:pt x="0" y="0"/>
                </a:lnTo>
                <a:close/>
              </a:path>
            </a:pathLst>
          </a:custGeom>
          <a:blipFill rotWithShape="1">
            <a:blip r:embed="rId4">
              <a:alphaModFix/>
            </a:blip>
            <a:stretch>
              <a:fillRect l="-69" r="-5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65" name="Google Shape;65;p13"/>
          <p:cNvSpPr txBox="1">
            <a:spLocks noGrp="1"/>
          </p:cNvSpPr>
          <p:nvPr>
            <p:ph type="body" idx="1"/>
          </p:nvPr>
        </p:nvSpPr>
        <p:spPr>
          <a:xfrm>
            <a:off x="569067" y="1519800"/>
            <a:ext cx="7425600" cy="3726200"/>
          </a:xfrm>
          <a:prstGeom prst="rect">
            <a:avLst/>
          </a:prstGeom>
          <a:noFill/>
          <a:ln>
            <a:noFill/>
          </a:ln>
        </p:spPr>
        <p:txBody>
          <a:bodyPr spcFirstLastPara="1" wrap="square" lIns="91425" tIns="45700" rIns="91425" bIns="45700" anchor="t" anchorCtr="0">
            <a:normAutofit/>
          </a:bodyPr>
          <a:lstStyle>
            <a:lvl1pPr marL="304815" marR="0" lvl="0" indent="-385253" algn="l" rtl="0">
              <a:spcBef>
                <a:spcPts val="427"/>
              </a:spcBef>
              <a:spcAft>
                <a:spcPts val="0"/>
              </a:spcAft>
              <a:buClr>
                <a:srgbClr val="00693D"/>
              </a:buClr>
              <a:buSzPts val="5500"/>
              <a:buFont typeface="Archivo"/>
              <a:buChar char="●"/>
              <a:defRPr sz="3667" b="1" i="0" u="none" strike="noStrike" cap="none">
                <a:solidFill>
                  <a:srgbClr val="00693D"/>
                </a:solidFill>
                <a:latin typeface="Archivo"/>
                <a:ea typeface="Archivo"/>
                <a:cs typeface="Archivo"/>
                <a:sym typeface="Archivo"/>
              </a:defRPr>
            </a:lvl1pPr>
            <a:lvl2pPr marL="609630" marR="0" lvl="1" indent="-355618" algn="l" rtl="0">
              <a:spcBef>
                <a:spcPts val="373"/>
              </a:spcBef>
              <a:spcAft>
                <a:spcPts val="0"/>
              </a:spcAft>
              <a:buClr>
                <a:schemeClr val="dk1"/>
              </a:buClr>
              <a:buSzPts val="4800"/>
              <a:buFont typeface="Archivo SemiBold"/>
              <a:buChar char="○"/>
              <a:defRPr sz="3200" i="0" u="none" strike="noStrike" cap="none">
                <a:solidFill>
                  <a:schemeClr val="dk1"/>
                </a:solidFill>
                <a:latin typeface="Archivo SemiBold"/>
                <a:ea typeface="Archivo SemiBold"/>
                <a:cs typeface="Archivo SemiBold"/>
                <a:sym typeface="Archivo SemiBold"/>
              </a:defRPr>
            </a:lvl2pPr>
            <a:lvl3pPr marL="914446" marR="0" lvl="2" indent="-292115" algn="l" rtl="0">
              <a:spcBef>
                <a:spcPts val="320"/>
              </a:spcBef>
              <a:spcAft>
                <a:spcPts val="0"/>
              </a:spcAft>
              <a:buClr>
                <a:schemeClr val="dk1"/>
              </a:buClr>
              <a:buSzPts val="3300"/>
              <a:buFont typeface="Archivo Medium"/>
              <a:buChar char="■"/>
              <a:defRPr sz="2200" i="0" u="none" strike="noStrike" cap="none">
                <a:solidFill>
                  <a:schemeClr val="dk1"/>
                </a:solidFill>
                <a:latin typeface="Archivo Medium"/>
                <a:ea typeface="Archivo Medium"/>
                <a:cs typeface="Archivo Medium"/>
                <a:sym typeface="Archivo Medium"/>
              </a:defRPr>
            </a:lvl3pPr>
            <a:lvl4pPr marL="1219261" marR="0" lvl="3" indent="-254013" algn="l" rtl="0">
              <a:spcBef>
                <a:spcPts val="267"/>
              </a:spcBef>
              <a:spcAft>
                <a:spcPts val="0"/>
              </a:spcAft>
              <a:buClr>
                <a:schemeClr val="dk1"/>
              </a:buClr>
              <a:buSzPts val="2400"/>
              <a:buFont typeface="Archivo"/>
              <a:buChar char="●"/>
              <a:defRPr sz="1600" b="1" i="0" u="none" strike="noStrike" cap="none">
                <a:solidFill>
                  <a:schemeClr val="dk1"/>
                </a:solidFill>
                <a:latin typeface="Archivo"/>
                <a:ea typeface="Archivo"/>
                <a:cs typeface="Archivo"/>
                <a:sym typeface="Archivo"/>
              </a:defRPr>
            </a:lvl4pPr>
            <a:lvl5pPr marL="1524076" marR="0" lvl="4" indent="-241312" algn="l" rtl="0">
              <a:spcBef>
                <a:spcPts val="267"/>
              </a:spcBef>
              <a:spcAft>
                <a:spcPts val="0"/>
              </a:spcAft>
              <a:buClr>
                <a:schemeClr val="dk1"/>
              </a:buClr>
              <a:buSzPts val="2100"/>
              <a:buFont typeface="Archivo SemiBold"/>
              <a:buChar char="○"/>
              <a:defRPr sz="1400" i="0" u="none" strike="noStrike" cap="none">
                <a:solidFill>
                  <a:schemeClr val="dk1"/>
                </a:solidFill>
                <a:latin typeface="Archivo SemiBold"/>
                <a:ea typeface="Archivo SemiBold"/>
                <a:cs typeface="Archivo SemiBold"/>
                <a:sym typeface="Archivo SemiBold"/>
              </a:defRPr>
            </a:lvl5pPr>
            <a:lvl6pPr marL="1828891" marR="0" lvl="5" indent="-228611" algn="l" rtl="0">
              <a:spcBef>
                <a:spcPts val="267"/>
              </a:spcBef>
              <a:spcAft>
                <a:spcPts val="0"/>
              </a:spcAft>
              <a:buClr>
                <a:schemeClr val="dk1"/>
              </a:buClr>
              <a:buSzPts val="1800"/>
              <a:buFont typeface="Archivo Medium"/>
              <a:buChar char="■"/>
              <a:defRPr sz="1200" i="0" u="none" strike="noStrike" cap="none">
                <a:solidFill>
                  <a:schemeClr val="dk1"/>
                </a:solidFill>
                <a:latin typeface="Archivo Medium"/>
                <a:ea typeface="Archivo Medium"/>
                <a:cs typeface="Archivo Medium"/>
                <a:sym typeface="Archivo Medium"/>
              </a:defRPr>
            </a:lvl6pPr>
            <a:lvl7pPr marL="2133707" marR="0" lvl="6" indent="-211677" algn="l" rtl="0">
              <a:spcBef>
                <a:spcPts val="267"/>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2438522" marR="0" lvl="7"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8pPr>
            <a:lvl9pPr marL="2743337" marR="0" lvl="8"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9pPr>
          </a:lstStyle>
          <a:p>
            <a:endParaRPr/>
          </a:p>
        </p:txBody>
      </p:sp>
    </p:spTree>
    <p:extLst>
      <p:ext uri="{BB962C8B-B14F-4D97-AF65-F5344CB8AC3E}">
        <p14:creationId xmlns:p14="http://schemas.microsoft.com/office/powerpoint/2010/main" val="257548468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ext Only No Grid or Swoosh" type="objTx">
  <p:cSld name="Text Only No Grid or Swoosh">
    <p:spTree>
      <p:nvGrpSpPr>
        <p:cNvPr id="1" name="Shape 66"/>
        <p:cNvGrpSpPr/>
        <p:nvPr/>
      </p:nvGrpSpPr>
      <p:grpSpPr>
        <a:xfrm>
          <a:off x="0" y="0"/>
          <a:ext cx="0" cy="0"/>
          <a:chOff x="0" y="0"/>
          <a:chExt cx="0" cy="0"/>
        </a:xfrm>
      </p:grpSpPr>
      <p:sp>
        <p:nvSpPr>
          <p:cNvPr id="67" name="Google Shape;67;p14"/>
          <p:cNvSpPr/>
          <p:nvPr/>
        </p:nvSpPr>
        <p:spPr>
          <a:xfrm>
            <a:off x="10347596" y="5974531"/>
            <a:ext cx="1844404" cy="883469"/>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2">
              <a:alphaModFix/>
            </a:blip>
            <a:stretch>
              <a:fillRect l="-29" r="-1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68" name="Google Shape;68;p14"/>
          <p:cNvSpPr txBox="1">
            <a:spLocks noGrp="1"/>
          </p:cNvSpPr>
          <p:nvPr>
            <p:ph type="body" idx="1"/>
          </p:nvPr>
        </p:nvSpPr>
        <p:spPr>
          <a:xfrm>
            <a:off x="1543533" y="1674817"/>
            <a:ext cx="7425600" cy="3726200"/>
          </a:xfrm>
          <a:prstGeom prst="rect">
            <a:avLst/>
          </a:prstGeom>
          <a:noFill/>
          <a:ln>
            <a:noFill/>
          </a:ln>
        </p:spPr>
        <p:txBody>
          <a:bodyPr spcFirstLastPara="1" wrap="square" lIns="91425" tIns="45700" rIns="91425" bIns="45700" anchor="t" anchorCtr="0">
            <a:normAutofit/>
          </a:bodyPr>
          <a:lstStyle>
            <a:lvl1pPr marL="304815" marR="0" lvl="0" indent="-385253" algn="l" rtl="0">
              <a:spcBef>
                <a:spcPts val="427"/>
              </a:spcBef>
              <a:spcAft>
                <a:spcPts val="0"/>
              </a:spcAft>
              <a:buClr>
                <a:srgbClr val="00693D"/>
              </a:buClr>
              <a:buSzPts val="5500"/>
              <a:buFont typeface="Archivo"/>
              <a:buChar char="●"/>
              <a:defRPr sz="3667" b="1" i="0" u="none" strike="noStrike" cap="none">
                <a:solidFill>
                  <a:srgbClr val="00693D"/>
                </a:solidFill>
                <a:latin typeface="Archivo"/>
                <a:ea typeface="Archivo"/>
                <a:cs typeface="Archivo"/>
                <a:sym typeface="Archivo"/>
              </a:defRPr>
            </a:lvl1pPr>
            <a:lvl2pPr marL="609630" marR="0" lvl="1" indent="-355618" algn="l" rtl="0">
              <a:spcBef>
                <a:spcPts val="373"/>
              </a:spcBef>
              <a:spcAft>
                <a:spcPts val="0"/>
              </a:spcAft>
              <a:buClr>
                <a:schemeClr val="dk1"/>
              </a:buClr>
              <a:buSzPts val="4800"/>
              <a:buFont typeface="Archivo SemiBold"/>
              <a:buChar char="○"/>
              <a:defRPr sz="3200" i="0" u="none" strike="noStrike" cap="none">
                <a:solidFill>
                  <a:schemeClr val="dk1"/>
                </a:solidFill>
                <a:latin typeface="Archivo SemiBold"/>
                <a:ea typeface="Archivo SemiBold"/>
                <a:cs typeface="Archivo SemiBold"/>
                <a:sym typeface="Archivo SemiBold"/>
              </a:defRPr>
            </a:lvl2pPr>
            <a:lvl3pPr marL="914446" marR="0" lvl="2" indent="-292115" algn="l" rtl="0">
              <a:spcBef>
                <a:spcPts val="320"/>
              </a:spcBef>
              <a:spcAft>
                <a:spcPts val="0"/>
              </a:spcAft>
              <a:buClr>
                <a:schemeClr val="dk1"/>
              </a:buClr>
              <a:buSzPts val="3300"/>
              <a:buFont typeface="Archivo Medium"/>
              <a:buChar char="■"/>
              <a:defRPr sz="2200" i="0" u="none" strike="noStrike" cap="none">
                <a:solidFill>
                  <a:schemeClr val="dk1"/>
                </a:solidFill>
                <a:latin typeface="Archivo Medium"/>
                <a:ea typeface="Archivo Medium"/>
                <a:cs typeface="Archivo Medium"/>
                <a:sym typeface="Archivo Medium"/>
              </a:defRPr>
            </a:lvl3pPr>
            <a:lvl4pPr marL="1219261" marR="0" lvl="3" indent="-254013" algn="l" rtl="0">
              <a:spcBef>
                <a:spcPts val="267"/>
              </a:spcBef>
              <a:spcAft>
                <a:spcPts val="0"/>
              </a:spcAft>
              <a:buClr>
                <a:schemeClr val="dk1"/>
              </a:buClr>
              <a:buSzPts val="2400"/>
              <a:buFont typeface="Archivo"/>
              <a:buChar char="●"/>
              <a:defRPr sz="1600" b="1" i="0" u="none" strike="noStrike" cap="none">
                <a:solidFill>
                  <a:schemeClr val="dk1"/>
                </a:solidFill>
                <a:latin typeface="Archivo"/>
                <a:ea typeface="Archivo"/>
                <a:cs typeface="Archivo"/>
                <a:sym typeface="Archivo"/>
              </a:defRPr>
            </a:lvl4pPr>
            <a:lvl5pPr marL="1524076" marR="0" lvl="4" indent="-241312" algn="l" rtl="0">
              <a:spcBef>
                <a:spcPts val="267"/>
              </a:spcBef>
              <a:spcAft>
                <a:spcPts val="0"/>
              </a:spcAft>
              <a:buClr>
                <a:schemeClr val="dk1"/>
              </a:buClr>
              <a:buSzPts val="2100"/>
              <a:buFont typeface="Archivo SemiBold"/>
              <a:buChar char="○"/>
              <a:defRPr sz="1400" i="0" u="none" strike="noStrike" cap="none">
                <a:solidFill>
                  <a:schemeClr val="dk1"/>
                </a:solidFill>
                <a:latin typeface="Archivo SemiBold"/>
                <a:ea typeface="Archivo SemiBold"/>
                <a:cs typeface="Archivo SemiBold"/>
                <a:sym typeface="Archivo SemiBold"/>
              </a:defRPr>
            </a:lvl5pPr>
            <a:lvl6pPr marL="1828891" marR="0" lvl="5" indent="-228611" algn="l" rtl="0">
              <a:spcBef>
                <a:spcPts val="267"/>
              </a:spcBef>
              <a:spcAft>
                <a:spcPts val="0"/>
              </a:spcAft>
              <a:buClr>
                <a:schemeClr val="dk1"/>
              </a:buClr>
              <a:buSzPts val="1800"/>
              <a:buFont typeface="Archivo Medium"/>
              <a:buChar char="■"/>
              <a:defRPr sz="1200" i="0" u="none" strike="noStrike" cap="none">
                <a:solidFill>
                  <a:schemeClr val="dk1"/>
                </a:solidFill>
                <a:latin typeface="Archivo Medium"/>
                <a:ea typeface="Archivo Medium"/>
                <a:cs typeface="Archivo Medium"/>
                <a:sym typeface="Archivo Medium"/>
              </a:defRPr>
            </a:lvl6pPr>
            <a:lvl7pPr marL="2133707" marR="0" lvl="6" indent="-211677" algn="l" rtl="0">
              <a:spcBef>
                <a:spcPts val="267"/>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2438522" marR="0" lvl="7"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8pPr>
            <a:lvl9pPr marL="2743337" marR="0" lvl="8"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9pPr>
          </a:lstStyle>
          <a:p>
            <a:endParaRPr/>
          </a:p>
        </p:txBody>
      </p:sp>
    </p:spTree>
    <p:extLst>
      <p:ext uri="{BB962C8B-B14F-4D97-AF65-F5344CB8AC3E}">
        <p14:creationId xmlns:p14="http://schemas.microsoft.com/office/powerpoint/2010/main" val="323765955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Dark Closing Slide with QR Code" type="vertTx">
  <p:cSld name="Dark Closing Slide with QR Code">
    <p:bg>
      <p:bgPr>
        <a:solidFill>
          <a:srgbClr val="12312B"/>
        </a:solidFill>
        <a:effectLst/>
      </p:bgPr>
    </p:bg>
    <p:spTree>
      <p:nvGrpSpPr>
        <p:cNvPr id="1" name="Shape 78"/>
        <p:cNvGrpSpPr/>
        <p:nvPr/>
      </p:nvGrpSpPr>
      <p:grpSpPr>
        <a:xfrm>
          <a:off x="0" y="0"/>
          <a:ext cx="0" cy="0"/>
          <a:chOff x="0" y="0"/>
          <a:chExt cx="0" cy="0"/>
        </a:xfrm>
      </p:grpSpPr>
      <p:sp>
        <p:nvSpPr>
          <p:cNvPr id="79" name="Google Shape;79;p17"/>
          <p:cNvSpPr/>
          <p:nvPr/>
        </p:nvSpPr>
        <p:spPr>
          <a:xfrm>
            <a:off x="9014051" y="4784199"/>
            <a:ext cx="1547499" cy="1525745"/>
          </a:xfrm>
          <a:custGeom>
            <a:avLst/>
            <a:gdLst/>
            <a:ahLst/>
            <a:cxnLst/>
            <a:rect l="l" t="t" r="r" b="b"/>
            <a:pathLst>
              <a:path w="2149304" h="2080562" extrusionOk="0">
                <a:moveTo>
                  <a:pt x="0" y="0"/>
                </a:moveTo>
                <a:lnTo>
                  <a:pt x="2149304" y="0"/>
                </a:lnTo>
                <a:lnTo>
                  <a:pt x="2149304" y="2080561"/>
                </a:lnTo>
                <a:lnTo>
                  <a:pt x="0" y="2080561"/>
                </a:lnTo>
                <a:lnTo>
                  <a:pt x="0" y="0"/>
                </a:lnTo>
                <a:close/>
              </a:path>
            </a:pathLst>
          </a:custGeom>
          <a:blipFill rotWithShape="1">
            <a:blip r:embed="rId2">
              <a:alphaModFix/>
            </a:blip>
            <a:stretch>
              <a:fillRect l="-110437"/>
            </a:stretch>
          </a:blipFill>
          <a:ln>
            <a:noFill/>
          </a:ln>
        </p:spPr>
      </p:sp>
      <p:sp>
        <p:nvSpPr>
          <p:cNvPr id="80" name="Google Shape;80;p17"/>
          <p:cNvSpPr txBox="1"/>
          <p:nvPr/>
        </p:nvSpPr>
        <p:spPr>
          <a:xfrm>
            <a:off x="9423599" y="5180635"/>
            <a:ext cx="728400" cy="417807"/>
          </a:xfrm>
          <a:prstGeom prst="rect">
            <a:avLst/>
          </a:prstGeom>
          <a:noFill/>
          <a:ln>
            <a:noFill/>
          </a:ln>
        </p:spPr>
        <p:txBody>
          <a:bodyPr spcFirstLastPara="1" wrap="square" lIns="0" tIns="0" rIns="0" bIns="0" anchor="t" anchorCtr="0">
            <a:spAutoFit/>
          </a:bodyPr>
          <a:lstStyle/>
          <a:p>
            <a:pPr marL="0" marR="0" lvl="0" indent="0" algn="l" rtl="0">
              <a:lnSpc>
                <a:spcPct val="119020"/>
              </a:lnSpc>
              <a:spcBef>
                <a:spcPts val="0"/>
              </a:spcBef>
              <a:spcAft>
                <a:spcPts val="0"/>
              </a:spcAft>
              <a:buNone/>
            </a:pPr>
            <a:r>
              <a:rPr lang="en-US" sz="1141" i="0" u="none" strike="noStrike" cap="none">
                <a:solidFill>
                  <a:schemeClr val="lt1"/>
                </a:solidFill>
                <a:latin typeface="Archivo"/>
                <a:ea typeface="Archivo"/>
                <a:cs typeface="Archivo"/>
                <a:sym typeface="Archivo"/>
              </a:rPr>
              <a:t>*Place QR code here</a:t>
            </a:r>
            <a:endParaRPr sz="333">
              <a:solidFill>
                <a:schemeClr val="lt1"/>
              </a:solidFill>
              <a:latin typeface="Archivo"/>
              <a:ea typeface="Archivo"/>
              <a:cs typeface="Archivo"/>
              <a:sym typeface="Archivo"/>
            </a:endParaRPr>
          </a:p>
        </p:txBody>
      </p:sp>
      <p:sp>
        <p:nvSpPr>
          <p:cNvPr id="81" name="Google Shape;81;p17"/>
          <p:cNvSpPr txBox="1"/>
          <p:nvPr/>
        </p:nvSpPr>
        <p:spPr>
          <a:xfrm>
            <a:off x="7507349" y="4784200"/>
            <a:ext cx="1308200" cy="449200"/>
          </a:xfrm>
          <a:prstGeom prst="rect">
            <a:avLst/>
          </a:prstGeom>
          <a:noFill/>
          <a:ln>
            <a:noFill/>
          </a:ln>
        </p:spPr>
        <p:txBody>
          <a:bodyPr spcFirstLastPara="1" wrap="square" lIns="0" tIns="0" rIns="0" bIns="0" anchor="t" anchorCtr="0">
            <a:noAutofit/>
          </a:bodyPr>
          <a:lstStyle/>
          <a:p>
            <a:pPr marL="0" marR="0" lvl="0" indent="0" algn="ctr" rtl="0">
              <a:lnSpc>
                <a:spcPct val="140004"/>
              </a:lnSpc>
              <a:spcBef>
                <a:spcPts val="0"/>
              </a:spcBef>
              <a:spcAft>
                <a:spcPts val="0"/>
              </a:spcAft>
              <a:buNone/>
            </a:pPr>
            <a:r>
              <a:rPr lang="en-US" sz="2918" b="1" i="0" u="none" strike="noStrike" cap="none">
                <a:solidFill>
                  <a:schemeClr val="lt1"/>
                </a:solidFill>
                <a:latin typeface="Archivo"/>
                <a:ea typeface="Archivo"/>
                <a:cs typeface="Archivo"/>
                <a:sym typeface="Archivo"/>
              </a:rPr>
              <a:t>SCAN</a:t>
            </a:r>
            <a:endParaRPr sz="1200" b="1">
              <a:solidFill>
                <a:schemeClr val="lt1"/>
              </a:solidFill>
              <a:latin typeface="Archivo"/>
              <a:ea typeface="Archivo"/>
              <a:cs typeface="Archivo"/>
              <a:sym typeface="Archivo"/>
            </a:endParaRPr>
          </a:p>
        </p:txBody>
      </p:sp>
      <p:sp>
        <p:nvSpPr>
          <p:cNvPr id="82" name="Google Shape;82;p17"/>
          <p:cNvSpPr txBox="1"/>
          <p:nvPr/>
        </p:nvSpPr>
        <p:spPr>
          <a:xfrm>
            <a:off x="7308842" y="5233400"/>
            <a:ext cx="1705200" cy="1710800"/>
          </a:xfrm>
          <a:prstGeom prst="rect">
            <a:avLst/>
          </a:prstGeom>
          <a:noFill/>
          <a:ln>
            <a:noFill/>
          </a:ln>
        </p:spPr>
        <p:txBody>
          <a:bodyPr spcFirstLastPara="1" wrap="square" lIns="0" tIns="0" rIns="0" bIns="0" anchor="t" anchorCtr="0">
            <a:noAutofit/>
          </a:bodyPr>
          <a:lstStyle/>
          <a:p>
            <a:pPr marL="0" marR="0" lvl="0" indent="0" algn="ctr" rtl="0">
              <a:lnSpc>
                <a:spcPct val="140007"/>
              </a:lnSpc>
              <a:spcBef>
                <a:spcPts val="0"/>
              </a:spcBef>
              <a:spcAft>
                <a:spcPts val="0"/>
              </a:spcAft>
              <a:buNone/>
            </a:pPr>
            <a:r>
              <a:rPr lang="en-US" sz="8048" i="0" u="none" strike="noStrike" cap="none">
                <a:solidFill>
                  <a:srgbClr val="A5D75F"/>
                </a:solidFill>
                <a:latin typeface="Anton"/>
                <a:ea typeface="Anton"/>
                <a:cs typeface="Anton"/>
                <a:sym typeface="Anton"/>
              </a:rPr>
              <a:t>ME</a:t>
            </a:r>
            <a:endParaRPr sz="100">
              <a:solidFill>
                <a:srgbClr val="A5D75F"/>
              </a:solidFill>
              <a:latin typeface="Anton"/>
              <a:ea typeface="Anton"/>
              <a:cs typeface="Anton"/>
              <a:sym typeface="Anton"/>
            </a:endParaRPr>
          </a:p>
        </p:txBody>
      </p:sp>
      <p:sp>
        <p:nvSpPr>
          <p:cNvPr id="83" name="Google Shape;83;p17"/>
          <p:cNvSpPr/>
          <p:nvPr/>
        </p:nvSpPr>
        <p:spPr>
          <a:xfrm>
            <a:off x="0" y="0"/>
            <a:ext cx="3047877" cy="1526193"/>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3">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84" name="Google Shape;84;p17"/>
          <p:cNvSpPr txBox="1">
            <a:spLocks noGrp="1"/>
          </p:cNvSpPr>
          <p:nvPr>
            <p:ph type="title"/>
          </p:nvPr>
        </p:nvSpPr>
        <p:spPr>
          <a:xfrm>
            <a:off x="471500" y="2318208"/>
            <a:ext cx="11249000" cy="14870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chemeClr val="lt1"/>
              </a:buClr>
              <a:buSzPts val="10000"/>
              <a:buFont typeface="Anton"/>
              <a:buNone/>
              <a:defRPr sz="6667" i="0" u="none" strike="noStrike" cap="none">
                <a:solidFill>
                  <a:schemeClr val="lt1"/>
                </a:solidFill>
                <a:latin typeface="Anton"/>
                <a:ea typeface="Anton"/>
                <a:cs typeface="Anton"/>
                <a:sym typeface="Anton"/>
              </a:defRPr>
            </a:lvl1pPr>
            <a:lvl2pPr lvl="1" rtl="0">
              <a:spcBef>
                <a:spcPts val="0"/>
              </a:spcBef>
              <a:spcAft>
                <a:spcPts val="0"/>
              </a:spcAft>
              <a:buClr>
                <a:schemeClr val="lt1"/>
              </a:buClr>
              <a:buSzPts val="7200"/>
              <a:buNone/>
              <a:defRPr sz="4800">
                <a:solidFill>
                  <a:schemeClr val="lt1"/>
                </a:solidFill>
              </a:defRPr>
            </a:lvl2pPr>
            <a:lvl3pPr lvl="2" rtl="0">
              <a:spcBef>
                <a:spcPts val="0"/>
              </a:spcBef>
              <a:spcAft>
                <a:spcPts val="0"/>
              </a:spcAft>
              <a:buClr>
                <a:schemeClr val="lt1"/>
              </a:buClr>
              <a:buSzPts val="7200"/>
              <a:buNone/>
              <a:defRPr sz="4800">
                <a:solidFill>
                  <a:schemeClr val="lt1"/>
                </a:solidFill>
              </a:defRPr>
            </a:lvl3pPr>
            <a:lvl4pPr lvl="3" rtl="0">
              <a:spcBef>
                <a:spcPts val="0"/>
              </a:spcBef>
              <a:spcAft>
                <a:spcPts val="0"/>
              </a:spcAft>
              <a:buClr>
                <a:schemeClr val="lt1"/>
              </a:buClr>
              <a:buSzPts val="7200"/>
              <a:buNone/>
              <a:defRPr sz="4800">
                <a:solidFill>
                  <a:schemeClr val="lt1"/>
                </a:solidFill>
              </a:defRPr>
            </a:lvl4pPr>
            <a:lvl5pPr lvl="4" rtl="0">
              <a:spcBef>
                <a:spcPts val="0"/>
              </a:spcBef>
              <a:spcAft>
                <a:spcPts val="0"/>
              </a:spcAft>
              <a:buClr>
                <a:schemeClr val="lt1"/>
              </a:buClr>
              <a:buSzPts val="7200"/>
              <a:buNone/>
              <a:defRPr sz="4800">
                <a:solidFill>
                  <a:schemeClr val="lt1"/>
                </a:solidFill>
              </a:defRPr>
            </a:lvl5pPr>
            <a:lvl6pPr lvl="5" rtl="0">
              <a:spcBef>
                <a:spcPts val="0"/>
              </a:spcBef>
              <a:spcAft>
                <a:spcPts val="0"/>
              </a:spcAft>
              <a:buClr>
                <a:schemeClr val="lt1"/>
              </a:buClr>
              <a:buSzPts val="7200"/>
              <a:buNone/>
              <a:defRPr sz="4800">
                <a:solidFill>
                  <a:schemeClr val="lt1"/>
                </a:solidFill>
              </a:defRPr>
            </a:lvl6pPr>
            <a:lvl7pPr lvl="6" rtl="0">
              <a:spcBef>
                <a:spcPts val="0"/>
              </a:spcBef>
              <a:spcAft>
                <a:spcPts val="0"/>
              </a:spcAft>
              <a:buClr>
                <a:schemeClr val="lt1"/>
              </a:buClr>
              <a:buSzPts val="7200"/>
              <a:buNone/>
              <a:defRPr sz="4800">
                <a:solidFill>
                  <a:schemeClr val="lt1"/>
                </a:solidFill>
              </a:defRPr>
            </a:lvl7pPr>
            <a:lvl8pPr lvl="7" rtl="0">
              <a:spcBef>
                <a:spcPts val="0"/>
              </a:spcBef>
              <a:spcAft>
                <a:spcPts val="0"/>
              </a:spcAft>
              <a:buClr>
                <a:schemeClr val="lt1"/>
              </a:buClr>
              <a:buSzPts val="7200"/>
              <a:buNone/>
              <a:defRPr sz="4800">
                <a:solidFill>
                  <a:schemeClr val="lt1"/>
                </a:solidFill>
              </a:defRPr>
            </a:lvl8pPr>
            <a:lvl9pPr lvl="8" rtl="0">
              <a:spcBef>
                <a:spcPts val="0"/>
              </a:spcBef>
              <a:spcAft>
                <a:spcPts val="0"/>
              </a:spcAft>
              <a:buClr>
                <a:schemeClr val="lt1"/>
              </a:buClr>
              <a:buSzPts val="7200"/>
              <a:buNone/>
              <a:defRPr sz="4800">
                <a:solidFill>
                  <a:schemeClr val="lt1"/>
                </a:solidFill>
              </a:defRPr>
            </a:lvl9pPr>
          </a:lstStyle>
          <a:p>
            <a:endParaRPr/>
          </a:p>
        </p:txBody>
      </p:sp>
      <p:sp>
        <p:nvSpPr>
          <p:cNvPr id="85" name="Google Shape;85;p17"/>
          <p:cNvSpPr/>
          <p:nvPr/>
        </p:nvSpPr>
        <p:spPr>
          <a:xfrm>
            <a:off x="10951344" y="-914048"/>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4">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86" name="Google Shape;86;p17"/>
          <p:cNvSpPr txBox="1">
            <a:spLocks noGrp="1"/>
          </p:cNvSpPr>
          <p:nvPr>
            <p:ph type="body" idx="1"/>
          </p:nvPr>
        </p:nvSpPr>
        <p:spPr>
          <a:xfrm>
            <a:off x="615517" y="3510033"/>
            <a:ext cx="7425600" cy="3726200"/>
          </a:xfrm>
          <a:prstGeom prst="rect">
            <a:avLst/>
          </a:prstGeom>
          <a:noFill/>
          <a:ln>
            <a:noFill/>
          </a:ln>
        </p:spPr>
        <p:txBody>
          <a:bodyPr spcFirstLastPara="1" wrap="square" lIns="91425" tIns="45700" rIns="91425" bIns="45700" anchor="t" anchorCtr="0">
            <a:normAutofit/>
          </a:bodyPr>
          <a:lstStyle>
            <a:lvl1pPr marL="304815" marR="0" lvl="0" indent="-385253" algn="l" rtl="0">
              <a:spcBef>
                <a:spcPts val="427"/>
              </a:spcBef>
              <a:spcAft>
                <a:spcPts val="0"/>
              </a:spcAft>
              <a:buClr>
                <a:srgbClr val="A5D75F"/>
              </a:buClr>
              <a:buSzPts val="5500"/>
              <a:buFont typeface="Archivo"/>
              <a:buChar char="●"/>
              <a:defRPr sz="3667" b="1" i="0" u="none" strike="noStrike" cap="none">
                <a:solidFill>
                  <a:srgbClr val="A5D75F"/>
                </a:solidFill>
                <a:latin typeface="Archivo"/>
                <a:ea typeface="Archivo"/>
                <a:cs typeface="Archivo"/>
                <a:sym typeface="Archivo"/>
              </a:defRPr>
            </a:lvl1pPr>
            <a:lvl2pPr marL="609630" marR="0" lvl="1" indent="-355618" algn="l" rtl="0">
              <a:spcBef>
                <a:spcPts val="373"/>
              </a:spcBef>
              <a:spcAft>
                <a:spcPts val="0"/>
              </a:spcAft>
              <a:buClr>
                <a:schemeClr val="lt1"/>
              </a:buClr>
              <a:buSzPts val="4800"/>
              <a:buFont typeface="Archivo SemiBold"/>
              <a:buChar char="○"/>
              <a:defRPr sz="3200" i="0" u="none" strike="noStrike" cap="none">
                <a:solidFill>
                  <a:schemeClr val="lt1"/>
                </a:solidFill>
                <a:latin typeface="Archivo SemiBold"/>
                <a:ea typeface="Archivo SemiBold"/>
                <a:cs typeface="Archivo SemiBold"/>
                <a:sym typeface="Archivo SemiBold"/>
              </a:defRPr>
            </a:lvl2pPr>
            <a:lvl3pPr marL="914446" marR="0" lvl="2" indent="-292115" algn="l" rtl="0">
              <a:spcBef>
                <a:spcPts val="320"/>
              </a:spcBef>
              <a:spcAft>
                <a:spcPts val="0"/>
              </a:spcAft>
              <a:buClr>
                <a:srgbClr val="A5D75F"/>
              </a:buClr>
              <a:buSzPts val="3300"/>
              <a:buFont typeface="Archivo Medium"/>
              <a:buChar char="■"/>
              <a:defRPr sz="2200" i="0" u="none" strike="noStrike" cap="none">
                <a:solidFill>
                  <a:srgbClr val="A5D75F"/>
                </a:solidFill>
                <a:latin typeface="Archivo Medium"/>
                <a:ea typeface="Archivo Medium"/>
                <a:cs typeface="Archivo Medium"/>
                <a:sym typeface="Archivo Medium"/>
              </a:defRPr>
            </a:lvl3pPr>
            <a:lvl4pPr marL="1219261" marR="0" lvl="3" indent="-254013" algn="l" rtl="0">
              <a:spcBef>
                <a:spcPts val="267"/>
              </a:spcBef>
              <a:spcAft>
                <a:spcPts val="0"/>
              </a:spcAft>
              <a:buClr>
                <a:schemeClr val="lt1"/>
              </a:buClr>
              <a:buSzPts val="2400"/>
              <a:buFont typeface="Archivo"/>
              <a:buChar char="●"/>
              <a:defRPr sz="1600" b="1" i="0" u="none" strike="noStrike" cap="none">
                <a:solidFill>
                  <a:schemeClr val="lt1"/>
                </a:solidFill>
                <a:latin typeface="Archivo"/>
                <a:ea typeface="Archivo"/>
                <a:cs typeface="Archivo"/>
                <a:sym typeface="Archivo"/>
              </a:defRPr>
            </a:lvl4pPr>
            <a:lvl5pPr marL="1524076" marR="0" lvl="4" indent="-241312" algn="l" rtl="0">
              <a:spcBef>
                <a:spcPts val="267"/>
              </a:spcBef>
              <a:spcAft>
                <a:spcPts val="0"/>
              </a:spcAft>
              <a:buClr>
                <a:srgbClr val="A5D75F"/>
              </a:buClr>
              <a:buSzPts val="2100"/>
              <a:buFont typeface="Archivo SemiBold"/>
              <a:buChar char="○"/>
              <a:defRPr sz="1400" i="0" u="none" strike="noStrike" cap="none">
                <a:solidFill>
                  <a:srgbClr val="A5D75F"/>
                </a:solidFill>
                <a:latin typeface="Archivo SemiBold"/>
                <a:ea typeface="Archivo SemiBold"/>
                <a:cs typeface="Archivo SemiBold"/>
                <a:sym typeface="Archivo SemiBold"/>
              </a:defRPr>
            </a:lvl5pPr>
            <a:lvl6pPr marL="1828891" marR="0" lvl="5" indent="-228611" algn="l" rtl="0">
              <a:spcBef>
                <a:spcPts val="267"/>
              </a:spcBef>
              <a:spcAft>
                <a:spcPts val="0"/>
              </a:spcAft>
              <a:buClr>
                <a:schemeClr val="lt1"/>
              </a:buClr>
              <a:buSzPts val="1800"/>
              <a:buFont typeface="Archivo Medium"/>
              <a:buChar char="■"/>
              <a:defRPr sz="1200" i="0" u="none" strike="noStrike" cap="none">
                <a:solidFill>
                  <a:schemeClr val="lt1"/>
                </a:solidFill>
                <a:latin typeface="Archivo Medium"/>
                <a:ea typeface="Archivo Medium"/>
                <a:cs typeface="Archivo Medium"/>
                <a:sym typeface="Archivo Medium"/>
              </a:defRPr>
            </a:lvl6pPr>
            <a:lvl7pPr marL="2133707" marR="0" lvl="6" indent="-211677" algn="l" rtl="0">
              <a:spcBef>
                <a:spcPts val="267"/>
              </a:spcBef>
              <a:spcAft>
                <a:spcPts val="0"/>
              </a:spcAft>
              <a:buClr>
                <a:schemeClr val="lt1"/>
              </a:buClr>
              <a:buSzPts val="1400"/>
              <a:buFont typeface="Archivo"/>
              <a:buChar char="●"/>
              <a:defRPr i="0" u="none" strike="noStrike" cap="none">
                <a:solidFill>
                  <a:schemeClr val="lt1"/>
                </a:solidFill>
                <a:latin typeface="Archivo"/>
                <a:ea typeface="Archivo"/>
                <a:cs typeface="Archivo"/>
                <a:sym typeface="Archivo"/>
              </a:defRPr>
            </a:lvl7pPr>
            <a:lvl8pPr marL="2438522" marR="0" lvl="7" indent="-203210" algn="l" rtl="0">
              <a:spcBef>
                <a:spcPts val="267"/>
              </a:spcBef>
              <a:spcAft>
                <a:spcPts val="0"/>
              </a:spcAft>
              <a:buClr>
                <a:schemeClr val="lt1"/>
              </a:buClr>
              <a:buSzPts val="1200"/>
              <a:buFont typeface="Archivo"/>
              <a:buChar char="○"/>
              <a:defRPr sz="800" i="0" u="none" strike="noStrike" cap="none">
                <a:solidFill>
                  <a:schemeClr val="lt1"/>
                </a:solidFill>
                <a:latin typeface="Archivo"/>
                <a:ea typeface="Archivo"/>
                <a:cs typeface="Archivo"/>
                <a:sym typeface="Archivo"/>
              </a:defRPr>
            </a:lvl8pPr>
            <a:lvl9pPr marL="2743337" marR="0" lvl="8" indent="-203210" algn="l" rtl="0">
              <a:spcBef>
                <a:spcPts val="267"/>
              </a:spcBef>
              <a:spcAft>
                <a:spcPts val="0"/>
              </a:spcAft>
              <a:buClr>
                <a:schemeClr val="lt1"/>
              </a:buClr>
              <a:buSzPts val="1200"/>
              <a:buFont typeface="Archivo"/>
              <a:buChar char="■"/>
              <a:defRPr sz="800" i="0" u="none" strike="noStrike" cap="none">
                <a:solidFill>
                  <a:schemeClr val="lt1"/>
                </a:solidFill>
                <a:latin typeface="Archivo"/>
                <a:ea typeface="Archivo"/>
                <a:cs typeface="Archivo"/>
                <a:sym typeface="Archivo"/>
              </a:defRPr>
            </a:lvl9pPr>
          </a:lstStyle>
          <a:p>
            <a:endParaRPr/>
          </a:p>
        </p:txBody>
      </p:sp>
    </p:spTree>
    <p:extLst>
      <p:ext uri="{BB962C8B-B14F-4D97-AF65-F5344CB8AC3E}">
        <p14:creationId xmlns:p14="http://schemas.microsoft.com/office/powerpoint/2010/main" val="12288904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White Closing Slide with QR Code">
  <p:cSld name="White Closing Slide with QR Code">
    <p:spTree>
      <p:nvGrpSpPr>
        <p:cNvPr id="1" name="Shape 87"/>
        <p:cNvGrpSpPr/>
        <p:nvPr/>
      </p:nvGrpSpPr>
      <p:grpSpPr>
        <a:xfrm>
          <a:off x="0" y="0"/>
          <a:ext cx="0" cy="0"/>
          <a:chOff x="0" y="0"/>
          <a:chExt cx="0" cy="0"/>
        </a:xfrm>
      </p:grpSpPr>
      <p:sp>
        <p:nvSpPr>
          <p:cNvPr id="88" name="Google Shape;88;p18"/>
          <p:cNvSpPr txBox="1">
            <a:spLocks noGrp="1"/>
          </p:cNvSpPr>
          <p:nvPr>
            <p:ph type="title"/>
          </p:nvPr>
        </p:nvSpPr>
        <p:spPr>
          <a:xfrm>
            <a:off x="778100" y="2425706"/>
            <a:ext cx="11249000" cy="1445400"/>
          </a:xfrm>
          <a:prstGeom prst="rect">
            <a:avLst/>
          </a:prstGeom>
        </p:spPr>
        <p:txBody>
          <a:bodyPr spcFirstLastPara="1" wrap="square" lIns="91425" tIns="45700" rIns="91425" bIns="45700" anchor="t" anchorCtr="0">
            <a:normAutofit/>
          </a:bodyPr>
          <a:lstStyle>
            <a:lvl1pPr lvl="0">
              <a:spcBef>
                <a:spcPts val="0"/>
              </a:spcBef>
              <a:spcAft>
                <a:spcPts val="0"/>
              </a:spcAft>
              <a:buSzPts val="10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18"/>
          <p:cNvSpPr txBox="1"/>
          <p:nvPr/>
        </p:nvSpPr>
        <p:spPr>
          <a:xfrm>
            <a:off x="6822930" y="4923600"/>
            <a:ext cx="1831800" cy="1710800"/>
          </a:xfrm>
          <a:prstGeom prst="rect">
            <a:avLst/>
          </a:prstGeom>
          <a:noFill/>
          <a:ln>
            <a:noFill/>
          </a:ln>
        </p:spPr>
        <p:txBody>
          <a:bodyPr spcFirstLastPara="1" wrap="square" lIns="0" tIns="0" rIns="0" bIns="0" anchor="t" anchorCtr="0">
            <a:noAutofit/>
          </a:bodyPr>
          <a:lstStyle/>
          <a:p>
            <a:pPr marL="0" marR="0" lvl="0" indent="0" algn="ctr" rtl="0">
              <a:lnSpc>
                <a:spcPct val="140007"/>
              </a:lnSpc>
              <a:spcBef>
                <a:spcPts val="0"/>
              </a:spcBef>
              <a:spcAft>
                <a:spcPts val="0"/>
              </a:spcAft>
              <a:buNone/>
            </a:pPr>
            <a:r>
              <a:rPr lang="en-US" sz="11115" i="0" u="none" strike="noStrike" cap="none">
                <a:solidFill>
                  <a:srgbClr val="00693D"/>
                </a:solidFill>
                <a:latin typeface="Anton"/>
                <a:ea typeface="Anton"/>
                <a:cs typeface="Anton"/>
                <a:sym typeface="Anton"/>
              </a:rPr>
              <a:t>ME</a:t>
            </a:r>
            <a:endParaRPr sz="1200">
              <a:latin typeface="Anton"/>
              <a:ea typeface="Anton"/>
              <a:cs typeface="Anton"/>
              <a:sym typeface="Anton"/>
            </a:endParaRPr>
          </a:p>
        </p:txBody>
      </p:sp>
      <p:sp>
        <p:nvSpPr>
          <p:cNvPr id="90" name="Google Shape;90;p18"/>
          <p:cNvSpPr/>
          <p:nvPr/>
        </p:nvSpPr>
        <p:spPr>
          <a:xfrm>
            <a:off x="0" y="0"/>
            <a:ext cx="3819599" cy="1829588"/>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2">
              <a:alphaModFix/>
            </a:blip>
            <a:stretch>
              <a:fillRect/>
            </a:stretch>
          </a:blipFill>
          <a:ln>
            <a:noFill/>
          </a:ln>
        </p:spPr>
      </p:sp>
      <p:sp>
        <p:nvSpPr>
          <p:cNvPr id="91" name="Google Shape;91;p18"/>
          <p:cNvSpPr/>
          <p:nvPr/>
        </p:nvSpPr>
        <p:spPr>
          <a:xfrm>
            <a:off x="0" y="0"/>
            <a:ext cx="3819599" cy="1829588"/>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l="-29" r="-19"/>
            </a:stretch>
          </a:blipFill>
          <a:ln>
            <a:noFill/>
          </a:ln>
        </p:spPr>
      </p:sp>
      <p:sp>
        <p:nvSpPr>
          <p:cNvPr id="92" name="Google Shape;92;p18"/>
          <p:cNvSpPr/>
          <p:nvPr/>
        </p:nvSpPr>
        <p:spPr>
          <a:xfrm>
            <a:off x="8910302" y="4626749"/>
            <a:ext cx="1830491" cy="1636709"/>
          </a:xfrm>
          <a:custGeom>
            <a:avLst/>
            <a:gdLst/>
            <a:ahLst/>
            <a:cxnLst/>
            <a:rect l="l" t="t" r="r" b="b"/>
            <a:pathLst>
              <a:path w="2149304" h="2080562" extrusionOk="0">
                <a:moveTo>
                  <a:pt x="0" y="0"/>
                </a:moveTo>
                <a:lnTo>
                  <a:pt x="2149304" y="0"/>
                </a:lnTo>
                <a:lnTo>
                  <a:pt x="2149304" y="2080561"/>
                </a:lnTo>
                <a:lnTo>
                  <a:pt x="0" y="2080561"/>
                </a:lnTo>
                <a:lnTo>
                  <a:pt x="0" y="0"/>
                </a:lnTo>
                <a:close/>
              </a:path>
            </a:pathLst>
          </a:custGeom>
          <a:blipFill rotWithShape="1">
            <a:blip r:embed="rId4">
              <a:alphaModFix/>
            </a:blip>
            <a:stretch>
              <a:fillRect l="-110437"/>
            </a:stretch>
          </a:blipFill>
          <a:ln>
            <a:noFill/>
          </a:ln>
        </p:spPr>
      </p:sp>
      <p:sp>
        <p:nvSpPr>
          <p:cNvPr id="93" name="Google Shape;93;p18"/>
          <p:cNvSpPr txBox="1"/>
          <p:nvPr/>
        </p:nvSpPr>
        <p:spPr>
          <a:xfrm>
            <a:off x="9305866" y="5111434"/>
            <a:ext cx="744600" cy="479234"/>
          </a:xfrm>
          <a:prstGeom prst="rect">
            <a:avLst/>
          </a:prstGeom>
          <a:noFill/>
          <a:ln>
            <a:noFill/>
          </a:ln>
        </p:spPr>
        <p:txBody>
          <a:bodyPr spcFirstLastPara="1" wrap="square" lIns="0" tIns="0" rIns="0" bIns="0" anchor="t" anchorCtr="0">
            <a:spAutoFit/>
          </a:bodyPr>
          <a:lstStyle/>
          <a:p>
            <a:pPr marL="0" marR="0" lvl="0" indent="0" algn="l" rtl="0">
              <a:lnSpc>
                <a:spcPct val="119020"/>
              </a:lnSpc>
              <a:spcBef>
                <a:spcPts val="0"/>
              </a:spcBef>
              <a:spcAft>
                <a:spcPts val="0"/>
              </a:spcAft>
              <a:buNone/>
            </a:pPr>
            <a:r>
              <a:rPr lang="en-US" sz="1742" b="0" i="0" u="none" strike="noStrike" cap="none">
                <a:solidFill>
                  <a:srgbClr val="12312B"/>
                </a:solidFill>
                <a:latin typeface="Arial"/>
                <a:ea typeface="Arial"/>
                <a:cs typeface="Arial"/>
                <a:sym typeface="Arial"/>
              </a:rPr>
              <a:t>*</a:t>
            </a:r>
            <a:r>
              <a:rPr lang="en-US" sz="875" i="0" u="none" strike="noStrike" cap="none">
                <a:solidFill>
                  <a:srgbClr val="12312B"/>
                </a:solidFill>
                <a:latin typeface="Archivo"/>
                <a:ea typeface="Archivo"/>
                <a:cs typeface="Archivo"/>
                <a:sym typeface="Archivo"/>
              </a:rPr>
              <a:t>Place QR code here</a:t>
            </a:r>
            <a:endParaRPr sz="100">
              <a:latin typeface="Archivo"/>
              <a:ea typeface="Archivo"/>
              <a:cs typeface="Archivo"/>
              <a:sym typeface="Archivo"/>
            </a:endParaRPr>
          </a:p>
        </p:txBody>
      </p:sp>
      <p:sp>
        <p:nvSpPr>
          <p:cNvPr id="94" name="Google Shape;94;p18"/>
          <p:cNvSpPr txBox="1"/>
          <p:nvPr/>
        </p:nvSpPr>
        <p:spPr>
          <a:xfrm>
            <a:off x="6947931" y="4467234"/>
            <a:ext cx="1581800" cy="901657"/>
          </a:xfrm>
          <a:prstGeom prst="rect">
            <a:avLst/>
          </a:prstGeom>
          <a:noFill/>
          <a:ln>
            <a:noFill/>
          </a:ln>
        </p:spPr>
        <p:txBody>
          <a:bodyPr spcFirstLastPara="1" wrap="square" lIns="0" tIns="0" rIns="0" bIns="0" anchor="t" anchorCtr="0">
            <a:spAutoFit/>
          </a:bodyPr>
          <a:lstStyle/>
          <a:p>
            <a:pPr marL="0" marR="0" lvl="0" indent="0" algn="ctr" rtl="0">
              <a:lnSpc>
                <a:spcPct val="140004"/>
              </a:lnSpc>
              <a:spcBef>
                <a:spcPts val="0"/>
              </a:spcBef>
              <a:spcAft>
                <a:spcPts val="0"/>
              </a:spcAft>
              <a:buNone/>
            </a:pPr>
            <a:r>
              <a:rPr lang="en-US" sz="4185" i="0" u="none" strike="noStrike" cap="none">
                <a:solidFill>
                  <a:srgbClr val="00693D"/>
                </a:solidFill>
                <a:latin typeface="Archivo ExtraBold"/>
                <a:ea typeface="Archivo ExtraBold"/>
                <a:cs typeface="Archivo ExtraBold"/>
                <a:sym typeface="Archivo ExtraBold"/>
              </a:rPr>
              <a:t>SCAN</a:t>
            </a:r>
            <a:endParaRPr sz="2200">
              <a:latin typeface="Archivo ExtraBold"/>
              <a:ea typeface="Archivo ExtraBold"/>
              <a:cs typeface="Archivo ExtraBold"/>
              <a:sym typeface="Archivo ExtraBold"/>
            </a:endParaRPr>
          </a:p>
        </p:txBody>
      </p:sp>
      <p:sp>
        <p:nvSpPr>
          <p:cNvPr id="95" name="Google Shape;95;p18"/>
          <p:cNvSpPr txBox="1">
            <a:spLocks noGrp="1"/>
          </p:cNvSpPr>
          <p:nvPr>
            <p:ph type="body" idx="1"/>
          </p:nvPr>
        </p:nvSpPr>
        <p:spPr>
          <a:xfrm>
            <a:off x="856767" y="3475233"/>
            <a:ext cx="7425600" cy="3726200"/>
          </a:xfrm>
          <a:prstGeom prst="rect">
            <a:avLst/>
          </a:prstGeom>
          <a:noFill/>
          <a:ln>
            <a:noFill/>
          </a:ln>
        </p:spPr>
        <p:txBody>
          <a:bodyPr spcFirstLastPara="1" wrap="square" lIns="91425" tIns="45700" rIns="91425" bIns="45700" anchor="t" anchorCtr="0">
            <a:normAutofit/>
          </a:bodyPr>
          <a:lstStyle>
            <a:lvl1pPr marL="304815" marR="0" lvl="0" indent="-385253" algn="l" rtl="0">
              <a:spcBef>
                <a:spcPts val="427"/>
              </a:spcBef>
              <a:spcAft>
                <a:spcPts val="0"/>
              </a:spcAft>
              <a:buClr>
                <a:srgbClr val="00693D"/>
              </a:buClr>
              <a:buSzPts val="5500"/>
              <a:buFont typeface="Archivo"/>
              <a:buChar char="●"/>
              <a:defRPr sz="3667" b="1" i="0" u="none" strike="noStrike" cap="none">
                <a:solidFill>
                  <a:srgbClr val="00693D"/>
                </a:solidFill>
                <a:latin typeface="Archivo"/>
                <a:ea typeface="Archivo"/>
                <a:cs typeface="Archivo"/>
                <a:sym typeface="Archivo"/>
              </a:defRPr>
            </a:lvl1pPr>
            <a:lvl2pPr marL="609630" marR="0" lvl="1" indent="-355618" algn="l" rtl="0">
              <a:spcBef>
                <a:spcPts val="373"/>
              </a:spcBef>
              <a:spcAft>
                <a:spcPts val="0"/>
              </a:spcAft>
              <a:buClr>
                <a:schemeClr val="dk1"/>
              </a:buClr>
              <a:buSzPts val="4800"/>
              <a:buFont typeface="Archivo SemiBold"/>
              <a:buChar char="○"/>
              <a:defRPr sz="3200" i="0" u="none" strike="noStrike" cap="none">
                <a:solidFill>
                  <a:schemeClr val="dk1"/>
                </a:solidFill>
                <a:latin typeface="Archivo SemiBold"/>
                <a:ea typeface="Archivo SemiBold"/>
                <a:cs typeface="Archivo SemiBold"/>
                <a:sym typeface="Archivo SemiBold"/>
              </a:defRPr>
            </a:lvl2pPr>
            <a:lvl3pPr marL="914446" marR="0" lvl="2" indent="-292115" algn="l" rtl="0">
              <a:spcBef>
                <a:spcPts val="320"/>
              </a:spcBef>
              <a:spcAft>
                <a:spcPts val="0"/>
              </a:spcAft>
              <a:buClr>
                <a:schemeClr val="dk1"/>
              </a:buClr>
              <a:buSzPts val="3300"/>
              <a:buFont typeface="Archivo Medium"/>
              <a:buChar char="■"/>
              <a:defRPr sz="2200" i="0" u="none" strike="noStrike" cap="none">
                <a:solidFill>
                  <a:schemeClr val="dk1"/>
                </a:solidFill>
                <a:latin typeface="Archivo Medium"/>
                <a:ea typeface="Archivo Medium"/>
                <a:cs typeface="Archivo Medium"/>
                <a:sym typeface="Archivo Medium"/>
              </a:defRPr>
            </a:lvl3pPr>
            <a:lvl4pPr marL="1219261" marR="0" lvl="3" indent="-254013" algn="l" rtl="0">
              <a:spcBef>
                <a:spcPts val="267"/>
              </a:spcBef>
              <a:spcAft>
                <a:spcPts val="0"/>
              </a:spcAft>
              <a:buClr>
                <a:schemeClr val="dk1"/>
              </a:buClr>
              <a:buSzPts val="2400"/>
              <a:buFont typeface="Archivo"/>
              <a:buChar char="●"/>
              <a:defRPr sz="1600" b="1" i="0" u="none" strike="noStrike" cap="none">
                <a:solidFill>
                  <a:schemeClr val="dk1"/>
                </a:solidFill>
                <a:latin typeface="Archivo"/>
                <a:ea typeface="Archivo"/>
                <a:cs typeface="Archivo"/>
                <a:sym typeface="Archivo"/>
              </a:defRPr>
            </a:lvl4pPr>
            <a:lvl5pPr marL="1524076" marR="0" lvl="4" indent="-241312" algn="l" rtl="0">
              <a:spcBef>
                <a:spcPts val="267"/>
              </a:spcBef>
              <a:spcAft>
                <a:spcPts val="0"/>
              </a:spcAft>
              <a:buClr>
                <a:schemeClr val="dk1"/>
              </a:buClr>
              <a:buSzPts val="2100"/>
              <a:buFont typeface="Archivo SemiBold"/>
              <a:buChar char="○"/>
              <a:defRPr sz="1400" i="0" u="none" strike="noStrike" cap="none">
                <a:solidFill>
                  <a:schemeClr val="dk1"/>
                </a:solidFill>
                <a:latin typeface="Archivo SemiBold"/>
                <a:ea typeface="Archivo SemiBold"/>
                <a:cs typeface="Archivo SemiBold"/>
                <a:sym typeface="Archivo SemiBold"/>
              </a:defRPr>
            </a:lvl5pPr>
            <a:lvl6pPr marL="1828891" marR="0" lvl="5" indent="-228611" algn="l" rtl="0">
              <a:spcBef>
                <a:spcPts val="267"/>
              </a:spcBef>
              <a:spcAft>
                <a:spcPts val="0"/>
              </a:spcAft>
              <a:buClr>
                <a:schemeClr val="dk1"/>
              </a:buClr>
              <a:buSzPts val="1800"/>
              <a:buFont typeface="Archivo Medium"/>
              <a:buChar char="■"/>
              <a:defRPr sz="1200" i="0" u="none" strike="noStrike" cap="none">
                <a:solidFill>
                  <a:schemeClr val="dk1"/>
                </a:solidFill>
                <a:latin typeface="Archivo Medium"/>
                <a:ea typeface="Archivo Medium"/>
                <a:cs typeface="Archivo Medium"/>
                <a:sym typeface="Archivo Medium"/>
              </a:defRPr>
            </a:lvl6pPr>
            <a:lvl7pPr marL="2133707" marR="0" lvl="6" indent="-211677" algn="l" rtl="0">
              <a:spcBef>
                <a:spcPts val="267"/>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2438522" marR="0" lvl="7"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8pPr>
            <a:lvl9pPr marL="2743337" marR="0" lvl="8"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9pPr>
          </a:lstStyle>
          <a:p>
            <a:endParaRPr/>
          </a:p>
        </p:txBody>
      </p:sp>
    </p:spTree>
    <p:extLst>
      <p:ext uri="{BB962C8B-B14F-4D97-AF65-F5344CB8AC3E}">
        <p14:creationId xmlns:p14="http://schemas.microsoft.com/office/powerpoint/2010/main" val="34602451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Green Logo with Weblink">
  <p:cSld name="Green Logo with Weblink">
    <p:spTree>
      <p:nvGrpSpPr>
        <p:cNvPr id="1" name="Shape 96"/>
        <p:cNvGrpSpPr/>
        <p:nvPr/>
      </p:nvGrpSpPr>
      <p:grpSpPr>
        <a:xfrm>
          <a:off x="0" y="0"/>
          <a:ext cx="0" cy="0"/>
          <a:chOff x="0" y="0"/>
          <a:chExt cx="0" cy="0"/>
        </a:xfrm>
      </p:grpSpPr>
      <p:sp>
        <p:nvSpPr>
          <p:cNvPr id="97" name="Google Shape;97;p19"/>
          <p:cNvSpPr/>
          <p:nvPr/>
        </p:nvSpPr>
        <p:spPr>
          <a:xfrm>
            <a:off x="2276400" y="1133617"/>
            <a:ext cx="7639197" cy="3526531"/>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2">
              <a:alphaModFix/>
            </a:blip>
            <a:stretch>
              <a:fillRect l="-29" r="-19"/>
            </a:stretch>
          </a:blipFill>
          <a:ln>
            <a:noFill/>
          </a:ln>
        </p:spPr>
      </p:sp>
      <p:sp>
        <p:nvSpPr>
          <p:cNvPr id="98" name="Google Shape;98;p19"/>
          <p:cNvSpPr txBox="1"/>
          <p:nvPr/>
        </p:nvSpPr>
        <p:spPr>
          <a:xfrm>
            <a:off x="2287300" y="5092383"/>
            <a:ext cx="7300200" cy="532200"/>
          </a:xfrm>
          <a:prstGeom prst="rect">
            <a:avLst/>
          </a:prstGeom>
          <a:noFill/>
          <a:ln>
            <a:noFill/>
          </a:ln>
        </p:spPr>
        <p:txBody>
          <a:bodyPr spcFirstLastPara="1" wrap="square" lIns="60950" tIns="60950" rIns="60950" bIns="60950" anchor="t" anchorCtr="0">
            <a:noAutofit/>
          </a:bodyPr>
          <a:lstStyle/>
          <a:p>
            <a:pPr marL="0" lvl="0" indent="0" algn="l" rtl="0">
              <a:spcBef>
                <a:spcPts val="0"/>
              </a:spcBef>
              <a:spcAft>
                <a:spcPts val="0"/>
              </a:spcAft>
              <a:buNone/>
            </a:pPr>
            <a:r>
              <a:rPr lang="en-US" sz="4734">
                <a:solidFill>
                  <a:srgbClr val="12312B"/>
                </a:solidFill>
                <a:latin typeface="Archivo ExtraBold"/>
                <a:ea typeface="Archivo ExtraBold"/>
                <a:cs typeface="Archivo ExtraBold"/>
                <a:sym typeface="Archivo ExtraBold"/>
              </a:rPr>
              <a:t>libraries.dartmouth.edu</a:t>
            </a:r>
            <a:endParaRPr sz="4734">
              <a:solidFill>
                <a:srgbClr val="12312B"/>
              </a:solidFill>
              <a:latin typeface="Archivo ExtraBold"/>
              <a:ea typeface="Archivo ExtraBold"/>
              <a:cs typeface="Archivo ExtraBold"/>
              <a:sym typeface="Archivo ExtraBold"/>
            </a:endParaRPr>
          </a:p>
        </p:txBody>
      </p:sp>
    </p:spTree>
    <p:extLst>
      <p:ext uri="{BB962C8B-B14F-4D97-AF65-F5344CB8AC3E}">
        <p14:creationId xmlns:p14="http://schemas.microsoft.com/office/powerpoint/2010/main" val="34964467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White Logo with Weblink">
  <p:cSld name="White Logo with Weblink">
    <p:bg>
      <p:bgPr>
        <a:solidFill>
          <a:srgbClr val="12312B"/>
        </a:solidFill>
        <a:effectLst/>
      </p:bgPr>
    </p:bg>
    <p:spTree>
      <p:nvGrpSpPr>
        <p:cNvPr id="1" name="Shape 99"/>
        <p:cNvGrpSpPr/>
        <p:nvPr/>
      </p:nvGrpSpPr>
      <p:grpSpPr>
        <a:xfrm>
          <a:off x="0" y="0"/>
          <a:ext cx="0" cy="0"/>
          <a:chOff x="0" y="0"/>
          <a:chExt cx="0" cy="0"/>
        </a:xfrm>
      </p:grpSpPr>
      <p:sp>
        <p:nvSpPr>
          <p:cNvPr id="100" name="Google Shape;100;p20"/>
          <p:cNvSpPr txBox="1"/>
          <p:nvPr/>
        </p:nvSpPr>
        <p:spPr>
          <a:xfrm>
            <a:off x="2287300" y="5092383"/>
            <a:ext cx="7300200" cy="532200"/>
          </a:xfrm>
          <a:prstGeom prst="rect">
            <a:avLst/>
          </a:prstGeom>
          <a:noFill/>
          <a:ln>
            <a:noFill/>
          </a:ln>
        </p:spPr>
        <p:txBody>
          <a:bodyPr spcFirstLastPara="1" wrap="square" lIns="60950" tIns="60950" rIns="60950" bIns="60950" anchor="t" anchorCtr="0">
            <a:noAutofit/>
          </a:bodyPr>
          <a:lstStyle/>
          <a:p>
            <a:pPr marL="0" lvl="0" indent="0" algn="l" rtl="0">
              <a:spcBef>
                <a:spcPts val="0"/>
              </a:spcBef>
              <a:spcAft>
                <a:spcPts val="0"/>
              </a:spcAft>
              <a:buNone/>
            </a:pPr>
            <a:r>
              <a:rPr lang="en-US" sz="4734">
                <a:solidFill>
                  <a:srgbClr val="A5D75F"/>
                </a:solidFill>
                <a:latin typeface="Archivo ExtraBold"/>
                <a:ea typeface="Archivo ExtraBold"/>
                <a:cs typeface="Archivo ExtraBold"/>
                <a:sym typeface="Archivo ExtraBold"/>
              </a:rPr>
              <a:t>libraries.dartmouth.edu</a:t>
            </a:r>
            <a:endParaRPr sz="4734">
              <a:solidFill>
                <a:srgbClr val="A5D75F"/>
              </a:solidFill>
              <a:latin typeface="Archivo ExtraBold"/>
              <a:ea typeface="Archivo ExtraBold"/>
              <a:cs typeface="Archivo ExtraBold"/>
              <a:sym typeface="Archivo ExtraBold"/>
            </a:endParaRPr>
          </a:p>
        </p:txBody>
      </p:sp>
      <p:pic>
        <p:nvPicPr>
          <p:cNvPr id="101" name="Google Shape;101;p20"/>
          <p:cNvPicPr preferRelativeResize="0"/>
          <p:nvPr/>
        </p:nvPicPr>
        <p:blipFill>
          <a:blip r:embed="rId2">
            <a:alphaModFix/>
          </a:blip>
          <a:stretch>
            <a:fillRect/>
          </a:stretch>
        </p:blipFill>
        <p:spPr>
          <a:xfrm>
            <a:off x="2118259" y="1119151"/>
            <a:ext cx="7638289" cy="3660267"/>
          </a:xfrm>
          <a:prstGeom prst="rect">
            <a:avLst/>
          </a:prstGeom>
          <a:noFill/>
          <a:ln>
            <a:noFill/>
          </a:ln>
        </p:spPr>
      </p:pic>
    </p:spTree>
    <p:extLst>
      <p:ext uri="{BB962C8B-B14F-4D97-AF65-F5344CB8AC3E}">
        <p14:creationId xmlns:p14="http://schemas.microsoft.com/office/powerpoint/2010/main" val="240965099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White Logo with Weblink alternate">
  <p:cSld name="White Logo with Weblink alternate">
    <p:bg>
      <p:bgPr>
        <a:solidFill>
          <a:schemeClr val="dk2"/>
        </a:solidFill>
        <a:effectLst/>
      </p:bgPr>
    </p:bg>
    <p:spTree>
      <p:nvGrpSpPr>
        <p:cNvPr id="1" name="Shape 102"/>
        <p:cNvGrpSpPr/>
        <p:nvPr/>
      </p:nvGrpSpPr>
      <p:grpSpPr>
        <a:xfrm>
          <a:off x="0" y="0"/>
          <a:ext cx="0" cy="0"/>
          <a:chOff x="0" y="0"/>
          <a:chExt cx="0" cy="0"/>
        </a:xfrm>
      </p:grpSpPr>
      <p:sp>
        <p:nvSpPr>
          <p:cNvPr id="103" name="Google Shape;103;p21"/>
          <p:cNvSpPr txBox="1"/>
          <p:nvPr/>
        </p:nvSpPr>
        <p:spPr>
          <a:xfrm>
            <a:off x="2287300" y="5092383"/>
            <a:ext cx="7300200" cy="532200"/>
          </a:xfrm>
          <a:prstGeom prst="rect">
            <a:avLst/>
          </a:prstGeom>
          <a:noFill/>
          <a:ln>
            <a:noFill/>
          </a:ln>
        </p:spPr>
        <p:txBody>
          <a:bodyPr spcFirstLastPara="1" wrap="square" lIns="60950" tIns="60950" rIns="60950" bIns="60950" anchor="t" anchorCtr="0">
            <a:noAutofit/>
          </a:bodyPr>
          <a:lstStyle/>
          <a:p>
            <a:pPr marL="0" lvl="0" indent="0" algn="l" rtl="0">
              <a:spcBef>
                <a:spcPts val="0"/>
              </a:spcBef>
              <a:spcAft>
                <a:spcPts val="0"/>
              </a:spcAft>
              <a:buNone/>
            </a:pPr>
            <a:r>
              <a:rPr lang="en-US" sz="4734">
                <a:solidFill>
                  <a:srgbClr val="A5D75F"/>
                </a:solidFill>
                <a:latin typeface="Archivo ExtraBold"/>
                <a:ea typeface="Archivo ExtraBold"/>
                <a:cs typeface="Archivo ExtraBold"/>
                <a:sym typeface="Archivo ExtraBold"/>
              </a:rPr>
              <a:t>libraries.dartmouth.edu</a:t>
            </a:r>
            <a:endParaRPr sz="4734">
              <a:solidFill>
                <a:srgbClr val="A5D75F"/>
              </a:solidFill>
              <a:latin typeface="Archivo ExtraBold"/>
              <a:ea typeface="Archivo ExtraBold"/>
              <a:cs typeface="Archivo ExtraBold"/>
              <a:sym typeface="Archivo ExtraBold"/>
            </a:endParaRPr>
          </a:p>
        </p:txBody>
      </p:sp>
      <p:pic>
        <p:nvPicPr>
          <p:cNvPr id="104" name="Google Shape;104;p21"/>
          <p:cNvPicPr preferRelativeResize="0"/>
          <p:nvPr/>
        </p:nvPicPr>
        <p:blipFill>
          <a:blip r:embed="rId2">
            <a:alphaModFix/>
          </a:blip>
          <a:stretch>
            <a:fillRect/>
          </a:stretch>
        </p:blipFill>
        <p:spPr>
          <a:xfrm>
            <a:off x="2118259" y="1119151"/>
            <a:ext cx="7638289" cy="3660267"/>
          </a:xfrm>
          <a:prstGeom prst="rect">
            <a:avLst/>
          </a:prstGeom>
          <a:noFill/>
          <a:ln>
            <a:noFill/>
          </a:ln>
        </p:spPr>
      </p:pic>
    </p:spTree>
    <p:extLst>
      <p:ext uri="{BB962C8B-B14F-4D97-AF65-F5344CB8AC3E}">
        <p14:creationId xmlns:p14="http://schemas.microsoft.com/office/powerpoint/2010/main" val="24991987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White Logo and Grid Green Background" type="blank">
  <p:cSld name="White Logo and Grid Green Background">
    <p:bg>
      <p:bgPr>
        <a:solidFill>
          <a:schemeClr val="dk2"/>
        </a:solidFill>
        <a:effectLst/>
      </p:bgPr>
    </p:bg>
    <p:spTree>
      <p:nvGrpSpPr>
        <p:cNvPr id="1" name="Shape 8"/>
        <p:cNvGrpSpPr/>
        <p:nvPr/>
      </p:nvGrpSpPr>
      <p:grpSpPr>
        <a:xfrm>
          <a:off x="0" y="0"/>
          <a:ext cx="0" cy="0"/>
          <a:chOff x="0" y="0"/>
          <a:chExt cx="0" cy="0"/>
        </a:xfrm>
      </p:grpSpPr>
      <p:sp>
        <p:nvSpPr>
          <p:cNvPr id="9" name="Google Shape;9;p2"/>
          <p:cNvSpPr/>
          <p:nvPr/>
        </p:nvSpPr>
        <p:spPr>
          <a:xfrm>
            <a:off x="11054028" y="-829014"/>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2">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10" name="Google Shape;10;p2"/>
          <p:cNvSpPr/>
          <p:nvPr/>
        </p:nvSpPr>
        <p:spPr>
          <a:xfrm>
            <a:off x="1" y="0"/>
            <a:ext cx="1909799" cy="955960"/>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a:stretch>
          </a:blipFill>
          <a:ln>
            <a:noFill/>
          </a:ln>
        </p:spPr>
        <p:txBody>
          <a:bodyPr/>
          <a:lstStyle/>
          <a:p>
            <a:endParaRPr lang="en-US"/>
          </a:p>
        </p:txBody>
      </p:sp>
    </p:spTree>
    <p:extLst>
      <p:ext uri="{BB962C8B-B14F-4D97-AF65-F5344CB8AC3E}">
        <p14:creationId xmlns:p14="http://schemas.microsoft.com/office/powerpoint/2010/main" val="316779676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Section Header-White">
  <p:cSld name="Section Header-White">
    <p:bg>
      <p:bgPr>
        <a:solidFill>
          <a:schemeClr val="lt1"/>
        </a:solidFill>
        <a:effectLst/>
      </p:bgPr>
    </p:bg>
    <p:spTree>
      <p:nvGrpSpPr>
        <p:cNvPr id="1" name="Shape 37"/>
        <p:cNvGrpSpPr/>
        <p:nvPr/>
      </p:nvGrpSpPr>
      <p:grpSpPr>
        <a:xfrm>
          <a:off x="0" y="0"/>
          <a:ext cx="0" cy="0"/>
          <a:chOff x="0" y="0"/>
          <a:chExt cx="0" cy="0"/>
        </a:xfrm>
      </p:grpSpPr>
      <p:sp>
        <p:nvSpPr>
          <p:cNvPr id="38" name="Google Shape;38;p5"/>
          <p:cNvSpPr txBox="1">
            <a:spLocks noGrp="1"/>
          </p:cNvSpPr>
          <p:nvPr>
            <p:ph type="title"/>
          </p:nvPr>
        </p:nvSpPr>
        <p:spPr>
          <a:xfrm>
            <a:off x="2329800" y="1709750"/>
            <a:ext cx="9017400" cy="2852700"/>
          </a:xfrm>
          <a:prstGeom prst="rect">
            <a:avLst/>
          </a:prstGeom>
          <a:noFill/>
          <a:ln>
            <a:noFill/>
          </a:ln>
        </p:spPr>
        <p:txBody>
          <a:bodyPr spcFirstLastPara="1" wrap="square" lIns="91425" tIns="45700" rIns="91425" bIns="45700" anchor="b" anchorCtr="0">
            <a:noAutofit/>
          </a:bodyPr>
          <a:lstStyle>
            <a:lvl1pPr lvl="0" algn="l" rtl="0">
              <a:lnSpc>
                <a:spcPct val="90000"/>
              </a:lnSpc>
              <a:spcBef>
                <a:spcPts val="0"/>
              </a:spcBef>
              <a:spcAft>
                <a:spcPts val="0"/>
              </a:spcAft>
              <a:buClr>
                <a:srgbClr val="00693E"/>
              </a:buClr>
              <a:buSzPts val="6000"/>
              <a:buFont typeface="Arial"/>
              <a:buNone/>
              <a:defRPr sz="6000">
                <a:solidFill>
                  <a:srgbClr val="00693E"/>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9" name="Google Shape;39;p5"/>
          <p:cNvSpPr txBox="1">
            <a:spLocks noGrp="1"/>
          </p:cNvSpPr>
          <p:nvPr>
            <p:ph type="body" idx="1"/>
          </p:nvPr>
        </p:nvSpPr>
        <p:spPr>
          <a:xfrm>
            <a:off x="2329800" y="4562450"/>
            <a:ext cx="9017400" cy="1500300"/>
          </a:xfrm>
          <a:prstGeom prst="rect">
            <a:avLst/>
          </a:prstGeom>
          <a:noFill/>
          <a:ln>
            <a:noFill/>
          </a:ln>
        </p:spPr>
        <p:txBody>
          <a:bodyPr spcFirstLastPara="1" wrap="square" lIns="91425" tIns="45700" rIns="91425" bIns="45700" anchor="t" anchorCtr="0">
            <a:noAutofit/>
          </a:bodyPr>
          <a:lstStyle>
            <a:lvl1pPr marL="457200" lvl="0" indent="-228600" algn="l" rtl="0">
              <a:lnSpc>
                <a:spcPct val="90000"/>
              </a:lnSpc>
              <a:spcBef>
                <a:spcPts val="1000"/>
              </a:spcBef>
              <a:spcAft>
                <a:spcPts val="0"/>
              </a:spcAft>
              <a:buSzPts val="2400"/>
              <a:buNone/>
              <a:defRPr sz="2400"/>
            </a:lvl1pPr>
            <a:lvl2pPr marL="914400" lvl="1" indent="-228600" algn="l" rtl="0">
              <a:lnSpc>
                <a:spcPct val="90000"/>
              </a:lnSpc>
              <a:spcBef>
                <a:spcPts val="500"/>
              </a:spcBef>
              <a:spcAft>
                <a:spcPts val="0"/>
              </a:spcAft>
              <a:buSzPts val="2000"/>
              <a:buNone/>
              <a:defRPr sz="2000"/>
            </a:lvl2pPr>
            <a:lvl3pPr marL="1371600" lvl="2" indent="-228600" algn="l" rtl="0">
              <a:lnSpc>
                <a:spcPct val="90000"/>
              </a:lnSpc>
              <a:spcBef>
                <a:spcPts val="500"/>
              </a:spcBef>
              <a:spcAft>
                <a:spcPts val="0"/>
              </a:spcAft>
              <a:buSzPts val="1800"/>
              <a:buNone/>
              <a:defRPr sz="1800"/>
            </a:lvl3pPr>
            <a:lvl4pPr marL="1828800" lvl="3" indent="-228600" algn="l" rtl="0">
              <a:lnSpc>
                <a:spcPct val="90000"/>
              </a:lnSpc>
              <a:spcBef>
                <a:spcPts val="500"/>
              </a:spcBef>
              <a:spcAft>
                <a:spcPts val="0"/>
              </a:spcAft>
              <a:buSzPts val="1600"/>
              <a:buNone/>
              <a:defRPr sz="1600"/>
            </a:lvl4pPr>
            <a:lvl5pPr marL="2286000" lvl="4" indent="-228600" algn="l" rtl="0">
              <a:lnSpc>
                <a:spcPct val="90000"/>
              </a:lnSpc>
              <a:spcBef>
                <a:spcPts val="500"/>
              </a:spcBef>
              <a:spcAft>
                <a:spcPts val="0"/>
              </a:spcAft>
              <a:buSzPts val="1600"/>
              <a:buNone/>
              <a:defRPr sz="1600"/>
            </a:lvl5pPr>
            <a:lvl6pPr marL="2743200" lvl="5" indent="-228600" algn="l" rtl="0">
              <a:lnSpc>
                <a:spcPct val="90000"/>
              </a:lnSpc>
              <a:spcBef>
                <a:spcPts val="500"/>
              </a:spcBef>
              <a:spcAft>
                <a:spcPts val="0"/>
              </a:spcAft>
              <a:buSzPts val="1600"/>
              <a:buNone/>
              <a:defRPr sz="1600"/>
            </a:lvl6pPr>
            <a:lvl7pPr marL="3200400" lvl="6" indent="-228600" algn="l" rtl="0">
              <a:lnSpc>
                <a:spcPct val="90000"/>
              </a:lnSpc>
              <a:spcBef>
                <a:spcPts val="500"/>
              </a:spcBef>
              <a:spcAft>
                <a:spcPts val="0"/>
              </a:spcAft>
              <a:buSzPts val="1600"/>
              <a:buNone/>
              <a:defRPr sz="1600"/>
            </a:lvl7pPr>
            <a:lvl8pPr marL="3657600" lvl="7" indent="-228600" algn="l" rtl="0">
              <a:lnSpc>
                <a:spcPct val="90000"/>
              </a:lnSpc>
              <a:spcBef>
                <a:spcPts val="500"/>
              </a:spcBef>
              <a:spcAft>
                <a:spcPts val="0"/>
              </a:spcAft>
              <a:buSzPts val="1600"/>
              <a:buNone/>
              <a:defRPr sz="1600"/>
            </a:lvl8pPr>
            <a:lvl9pPr marL="4114800" lvl="8" indent="-228600" algn="l" rtl="0">
              <a:lnSpc>
                <a:spcPct val="90000"/>
              </a:lnSpc>
              <a:spcBef>
                <a:spcPts val="500"/>
              </a:spcBef>
              <a:spcAft>
                <a:spcPts val="0"/>
              </a:spcAft>
              <a:buSzPts val="1600"/>
              <a:buNone/>
              <a:defRPr sz="1600"/>
            </a:lvl9pPr>
          </a:lstStyle>
          <a:p>
            <a:endParaRPr/>
          </a:p>
        </p:txBody>
      </p:sp>
      <p:sp>
        <p:nvSpPr>
          <p:cNvPr id="40" name="Google Shape;40;p5"/>
          <p:cNvSpPr txBox="1">
            <a:spLocks noGrp="1"/>
          </p:cNvSpPr>
          <p:nvPr>
            <p:ph type="sldNum" idx="12"/>
          </p:nvPr>
        </p:nvSpPr>
        <p:spPr>
          <a:xfrm>
            <a:off x="10855712" y="6424596"/>
            <a:ext cx="4980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pic>
        <p:nvPicPr>
          <p:cNvPr id="41" name="Google Shape;41;p5"/>
          <p:cNvPicPr preferRelativeResize="0"/>
          <p:nvPr/>
        </p:nvPicPr>
        <p:blipFill>
          <a:blip r:embed="rId2">
            <a:alphaModFix/>
          </a:blip>
          <a:stretch>
            <a:fillRect/>
          </a:stretch>
        </p:blipFill>
        <p:spPr>
          <a:xfrm>
            <a:off x="-910725" y="0"/>
            <a:ext cx="1828247" cy="1825625"/>
          </a:xfrm>
          <a:prstGeom prst="rect">
            <a:avLst/>
          </a:prstGeom>
          <a:noFill/>
          <a:ln>
            <a:noFill/>
          </a:ln>
        </p:spPr>
      </p:pic>
      <p:pic>
        <p:nvPicPr>
          <p:cNvPr id="42" name="Google Shape;42;p5"/>
          <p:cNvPicPr preferRelativeResize="0"/>
          <p:nvPr/>
        </p:nvPicPr>
        <p:blipFill>
          <a:blip r:embed="rId2">
            <a:alphaModFix/>
          </a:blip>
          <a:stretch>
            <a:fillRect/>
          </a:stretch>
        </p:blipFill>
        <p:spPr>
          <a:xfrm>
            <a:off x="-910725" y="1825625"/>
            <a:ext cx="1828247" cy="1825625"/>
          </a:xfrm>
          <a:prstGeom prst="rect">
            <a:avLst/>
          </a:prstGeom>
          <a:noFill/>
          <a:ln>
            <a:noFill/>
          </a:ln>
        </p:spPr>
      </p:pic>
      <p:pic>
        <p:nvPicPr>
          <p:cNvPr id="43" name="Google Shape;43;p5"/>
          <p:cNvPicPr preferRelativeResize="0"/>
          <p:nvPr/>
        </p:nvPicPr>
        <p:blipFill>
          <a:blip r:embed="rId2">
            <a:alphaModFix/>
          </a:blip>
          <a:stretch>
            <a:fillRect/>
          </a:stretch>
        </p:blipFill>
        <p:spPr>
          <a:xfrm>
            <a:off x="-910725" y="3651250"/>
            <a:ext cx="1828247" cy="1825625"/>
          </a:xfrm>
          <a:prstGeom prst="rect">
            <a:avLst/>
          </a:prstGeom>
          <a:noFill/>
          <a:ln>
            <a:noFill/>
          </a:ln>
        </p:spPr>
      </p:pic>
      <p:pic>
        <p:nvPicPr>
          <p:cNvPr id="44" name="Google Shape;44;p5"/>
          <p:cNvPicPr preferRelativeResize="0"/>
          <p:nvPr/>
        </p:nvPicPr>
        <p:blipFill>
          <a:blip r:embed="rId2">
            <a:alphaModFix/>
          </a:blip>
          <a:stretch>
            <a:fillRect/>
          </a:stretch>
        </p:blipFill>
        <p:spPr>
          <a:xfrm>
            <a:off x="-910725" y="5476875"/>
            <a:ext cx="1828247" cy="1825625"/>
          </a:xfrm>
          <a:prstGeom prst="rect">
            <a:avLst/>
          </a:prstGeom>
          <a:noFill/>
          <a:ln>
            <a:noFill/>
          </a:ln>
        </p:spPr>
      </p:pic>
      <p:pic>
        <p:nvPicPr>
          <p:cNvPr id="45" name="Google Shape;45;p5"/>
          <p:cNvPicPr preferRelativeResize="0"/>
          <p:nvPr/>
        </p:nvPicPr>
        <p:blipFill rotWithShape="1">
          <a:blip r:embed="rId3">
            <a:alphaModFix/>
          </a:blip>
          <a:srcRect/>
          <a:stretch/>
        </p:blipFill>
        <p:spPr>
          <a:xfrm>
            <a:off x="9999700" y="5639340"/>
            <a:ext cx="1993825" cy="955051"/>
          </a:xfrm>
          <a:prstGeom prst="rect">
            <a:avLst/>
          </a:prstGeom>
          <a:noFill/>
          <a:ln>
            <a:noFill/>
          </a:ln>
        </p:spPr>
      </p:pic>
      <p:pic>
        <p:nvPicPr>
          <p:cNvPr id="46" name="Google Shape;46;p5"/>
          <p:cNvPicPr preferRelativeResize="0"/>
          <p:nvPr/>
        </p:nvPicPr>
        <p:blipFill rotWithShape="1">
          <a:blip r:embed="rId4">
            <a:alphaModFix/>
          </a:blip>
          <a:srcRect/>
          <a:stretch/>
        </p:blipFill>
        <p:spPr>
          <a:xfrm>
            <a:off x="501550" y="2805988"/>
            <a:ext cx="1828249" cy="1690514"/>
          </a:xfrm>
          <a:prstGeom prst="rect">
            <a:avLst/>
          </a:prstGeom>
          <a:noFill/>
          <a:ln>
            <a:noFill/>
          </a:ln>
        </p:spPr>
      </p:pic>
    </p:spTree>
    <p:extLst>
      <p:ext uri="{BB962C8B-B14F-4D97-AF65-F5344CB8AC3E}">
        <p14:creationId xmlns:p14="http://schemas.microsoft.com/office/powerpoint/2010/main" val="36481318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6" Type="http://schemas.openxmlformats.org/officeDocument/2006/relationships/theme" Target="../theme/theme2.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5" Type="http://schemas.openxmlformats.org/officeDocument/2006/relationships/slideLayout" Target="../slideLayouts/slideLayout2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7F8B098-1FDB-85A1-A229-1509E5A58B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E32BFF5-A90E-828B-F083-5B73160FBF8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2AFF2E-3469-82AC-BD65-432D2A47F73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en-US"/>
          </a:p>
        </p:txBody>
      </p:sp>
      <p:sp>
        <p:nvSpPr>
          <p:cNvPr id="5" name="Footer Placeholder 4">
            <a:extLst>
              <a:ext uri="{FF2B5EF4-FFF2-40B4-BE49-F238E27FC236}">
                <a16:creationId xmlns:a16="http://schemas.microsoft.com/office/drawing/2014/main" id="{7791598F-E36D-2AFA-F7B0-EFCB4A88D8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E0A7395-CD56-00F2-67A4-06A38865120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0E2F6DB-E6B6-4703-834F-10175180B3B1}" type="slidenum">
              <a:rPr lang="en-US" smtClean="0"/>
              <a:t>‹#›</a:t>
            </a:fld>
            <a:endParaRPr lang="en-US"/>
          </a:p>
        </p:txBody>
      </p:sp>
    </p:spTree>
    <p:extLst>
      <p:ext uri="{BB962C8B-B14F-4D97-AF65-F5344CB8AC3E}">
        <p14:creationId xmlns:p14="http://schemas.microsoft.com/office/powerpoint/2010/main" val="7390967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82"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04800" y="183114"/>
            <a:ext cx="11249000" cy="14454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chemeClr val="dk1"/>
              </a:buClr>
              <a:buSzPts val="10000"/>
              <a:buFont typeface="Anton"/>
              <a:buNone/>
              <a:defRPr sz="10000" i="0" u="none" strike="noStrike" cap="none">
                <a:solidFill>
                  <a:schemeClr val="dk1"/>
                </a:solidFill>
                <a:latin typeface="Anton"/>
                <a:ea typeface="Anton"/>
                <a:cs typeface="Anton"/>
                <a:sym typeface="Anton"/>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6415583" y="2621383"/>
            <a:ext cx="7425600" cy="3726200"/>
          </a:xfrm>
          <a:prstGeom prst="rect">
            <a:avLst/>
          </a:prstGeom>
          <a:noFill/>
          <a:ln>
            <a:noFill/>
          </a:ln>
        </p:spPr>
        <p:txBody>
          <a:bodyPr spcFirstLastPara="1" wrap="square" lIns="91425" tIns="45700" rIns="91425" bIns="45700" anchor="t" anchorCtr="0">
            <a:normAutofit/>
          </a:bodyPr>
          <a:lstStyle>
            <a:lvl1pPr marL="457200" marR="0" lvl="0" indent="-577850" algn="l" rtl="0">
              <a:spcBef>
                <a:spcPts val="640"/>
              </a:spcBef>
              <a:spcAft>
                <a:spcPts val="0"/>
              </a:spcAft>
              <a:buClr>
                <a:srgbClr val="00693D"/>
              </a:buClr>
              <a:buSzPts val="5500"/>
              <a:buFont typeface="Archivo"/>
              <a:buChar char="●"/>
              <a:defRPr sz="5500" b="1" i="0" u="none" strike="noStrike" cap="none">
                <a:solidFill>
                  <a:srgbClr val="00693D"/>
                </a:solidFill>
                <a:latin typeface="Archivo"/>
                <a:ea typeface="Archivo"/>
                <a:cs typeface="Archivo"/>
                <a:sym typeface="Archivo"/>
              </a:defRPr>
            </a:lvl1pPr>
            <a:lvl2pPr marL="914400" marR="0" lvl="1" indent="-533400" algn="l" rtl="0">
              <a:spcBef>
                <a:spcPts val="560"/>
              </a:spcBef>
              <a:spcAft>
                <a:spcPts val="0"/>
              </a:spcAft>
              <a:buClr>
                <a:schemeClr val="dk1"/>
              </a:buClr>
              <a:buSzPts val="4800"/>
              <a:buFont typeface="Archivo SemiBold"/>
              <a:buChar char="○"/>
              <a:defRPr sz="4800" i="0" u="none" strike="noStrike" cap="none">
                <a:solidFill>
                  <a:schemeClr val="dk1"/>
                </a:solidFill>
                <a:latin typeface="Archivo SemiBold"/>
                <a:ea typeface="Archivo SemiBold"/>
                <a:cs typeface="Archivo SemiBold"/>
                <a:sym typeface="Archivo SemiBold"/>
              </a:defRPr>
            </a:lvl2pPr>
            <a:lvl3pPr marL="1371600" marR="0" lvl="2" indent="-438150" algn="l" rtl="0">
              <a:spcBef>
                <a:spcPts val="480"/>
              </a:spcBef>
              <a:spcAft>
                <a:spcPts val="0"/>
              </a:spcAft>
              <a:buClr>
                <a:schemeClr val="dk1"/>
              </a:buClr>
              <a:buSzPts val="3300"/>
              <a:buFont typeface="Archivo Medium"/>
              <a:buChar char="■"/>
              <a:defRPr sz="3300" i="0" u="none" strike="noStrike" cap="none">
                <a:solidFill>
                  <a:schemeClr val="dk1"/>
                </a:solidFill>
                <a:latin typeface="Archivo Medium"/>
                <a:ea typeface="Archivo Medium"/>
                <a:cs typeface="Archivo Medium"/>
                <a:sym typeface="Archivo Medium"/>
              </a:defRPr>
            </a:lvl3pPr>
            <a:lvl4pPr marL="1828800" marR="0" lvl="3" indent="-381000" algn="l" rtl="0">
              <a:spcBef>
                <a:spcPts val="400"/>
              </a:spcBef>
              <a:spcAft>
                <a:spcPts val="0"/>
              </a:spcAft>
              <a:buClr>
                <a:schemeClr val="dk1"/>
              </a:buClr>
              <a:buSzPts val="2400"/>
              <a:buFont typeface="Archivo"/>
              <a:buChar char="●"/>
              <a:defRPr sz="2400" b="1" i="0" u="none" strike="noStrike" cap="none">
                <a:solidFill>
                  <a:schemeClr val="dk1"/>
                </a:solidFill>
                <a:latin typeface="Archivo"/>
                <a:ea typeface="Archivo"/>
                <a:cs typeface="Archivo"/>
                <a:sym typeface="Archivo"/>
              </a:defRPr>
            </a:lvl4pPr>
            <a:lvl5pPr marL="2286000" marR="0" lvl="4" indent="-361950" algn="l" rtl="0">
              <a:spcBef>
                <a:spcPts val="400"/>
              </a:spcBef>
              <a:spcAft>
                <a:spcPts val="0"/>
              </a:spcAft>
              <a:buClr>
                <a:schemeClr val="dk1"/>
              </a:buClr>
              <a:buSzPts val="2100"/>
              <a:buFont typeface="Archivo SemiBold"/>
              <a:buChar char="○"/>
              <a:defRPr sz="2100" i="0" u="none" strike="noStrike" cap="none">
                <a:solidFill>
                  <a:schemeClr val="dk1"/>
                </a:solidFill>
                <a:latin typeface="Archivo SemiBold"/>
                <a:ea typeface="Archivo SemiBold"/>
                <a:cs typeface="Archivo SemiBold"/>
                <a:sym typeface="Archivo SemiBold"/>
              </a:defRPr>
            </a:lvl5pPr>
            <a:lvl6pPr marL="2743200" marR="0" lvl="5" indent="-342900" algn="l" rtl="0">
              <a:spcBef>
                <a:spcPts val="400"/>
              </a:spcBef>
              <a:spcAft>
                <a:spcPts val="0"/>
              </a:spcAft>
              <a:buClr>
                <a:schemeClr val="dk1"/>
              </a:buClr>
              <a:buSzPts val="1800"/>
              <a:buFont typeface="Archivo Medium"/>
              <a:buChar char="■"/>
              <a:defRPr sz="1800" i="0" u="none" strike="noStrike" cap="none">
                <a:solidFill>
                  <a:schemeClr val="dk1"/>
                </a:solidFill>
                <a:latin typeface="Archivo Medium"/>
                <a:ea typeface="Archivo Medium"/>
                <a:cs typeface="Archivo Medium"/>
                <a:sym typeface="Archivo Medium"/>
              </a:defRPr>
            </a:lvl6pPr>
            <a:lvl7pPr marL="3200400" marR="0" lvl="6" indent="-317500" algn="l" rtl="0">
              <a:spcBef>
                <a:spcPts val="400"/>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3657600" marR="0" lvl="7"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8pPr>
            <a:lvl9pPr marL="4114800" marR="0" lvl="8"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9pPr>
          </a:lstStyle>
          <a:p>
            <a:endParaRPr/>
          </a:p>
        </p:txBody>
      </p:sp>
    </p:spTree>
    <p:extLst>
      <p:ext uri="{BB962C8B-B14F-4D97-AF65-F5344CB8AC3E}">
        <p14:creationId xmlns:p14="http://schemas.microsoft.com/office/powerpoint/2010/main" val="2621704862"/>
      </p:ext>
    </p:extLst>
  </p:cSld>
  <p:clrMap bg1="lt1" tx1="dk1" bg2="dk2" tx2="lt2" accent1="accent1" accent2="accent2" accent3="accent3" accent4="accent4" accent5="accent5" accent6="accent6" hlink="hlink" folHlink="folHlink"/>
  <p:sldLayoutIdLst>
    <p:sldLayoutId id="2147483664" r:id="rId1"/>
    <p:sldLayoutId id="2147483666" r:id="rId2"/>
    <p:sldLayoutId id="2147483667" r:id="rId3"/>
    <p:sldLayoutId id="2147483669" r:id="rId4"/>
    <p:sldLayoutId id="2147483671" r:id="rId5"/>
    <p:sldLayoutId id="2147483672" r:id="rId6"/>
    <p:sldLayoutId id="2147483673" r:id="rId7"/>
    <p:sldLayoutId id="2147483674" r:id="rId8"/>
    <p:sldLayoutId id="2147483677" r:id="rId9"/>
    <p:sldLayoutId id="2147483678" r:id="rId10"/>
    <p:sldLayoutId id="2147483679" r:id="rId11"/>
    <p:sldLayoutId id="2147483680" r:id="rId12"/>
    <p:sldLayoutId id="2147483681" r:id="rId13"/>
    <p:sldLayoutId id="2147483683" r:id="rId14"/>
    <p:sldLayoutId id="2147483684" r:id="rId1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3240">
          <p15:clr>
            <a:srgbClr val="E46962"/>
          </p15:clr>
        </p15:guide>
        <p15:guide id="2" pos="5760">
          <p15:clr>
            <a:srgbClr val="E46962"/>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27.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4.xml"/><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8" Type="http://schemas.openxmlformats.org/officeDocument/2006/relationships/hyperlink" Target="https://news.berkeley.edu/2024/10/14/world-humanities-report-directed-by-uc-berkeleys-sara-guyer-warns-of-extinction-risk-to-human-knowledge/" TargetMode="External"/><Relationship Id="rId3" Type="http://schemas.openxmlformats.org/officeDocument/2006/relationships/image" Target="../media/image16.png"/><Relationship Id="rId7" Type="http://schemas.openxmlformats.org/officeDocument/2006/relationships/hyperlink" Target="https://www.insidehighered.com/advice/2023/03/09/thoughts-dealing-despair-over-state-humanities-opinion" TargetMode="External"/><Relationship Id="rId2" Type="http://schemas.openxmlformats.org/officeDocument/2006/relationships/image" Target="../media/image15.png"/><Relationship Id="rId1" Type="http://schemas.openxmlformats.org/officeDocument/2006/relationships/slideLayout" Target="../slideLayouts/slideLayout15.xml"/><Relationship Id="rId6" Type="http://schemas.openxmlformats.org/officeDocument/2006/relationships/hyperlink" Target="https://www.washingtonpost.com/outlook/2022/04/15/humanities-sciences-credibility-crisis-public-trust/" TargetMode="External"/><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hyperlink" Target="https://www.theatlantic.com/ideas/archive/2018/08/the-humanities-face-a-crisisof-confidence/567565/" TargetMode="Externa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3" Type="http://schemas.openxmlformats.org/officeDocument/2006/relationships/hyperlink" Target="https://pmc.ncbi.nlm.nih.gov/articles/PMC8862562/#CR1" TargetMode="External"/><Relationship Id="rId2" Type="http://schemas.openxmlformats.org/officeDocument/2006/relationships/notesSlide" Target="../notesSlides/notesSlide8.xml"/><Relationship Id="rId1" Type="http://schemas.openxmlformats.org/officeDocument/2006/relationships/slideLayout" Target="../slideLayouts/slideLayout14.xml"/><Relationship Id="rId4" Type="http://schemas.openxmlformats.org/officeDocument/2006/relationships/hyperlink" Target="https://www.nature.com/articles/s41562-021-01269-4"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3" Type="http://schemas.microsoft.com/office/2018/10/relationships/comments" Target="../comments/modernComment_15A_EE3B0802.xml"/><Relationship Id="rId2" Type="http://schemas.openxmlformats.org/officeDocument/2006/relationships/notesSlide" Target="../notesSlides/notesSlide12.xml"/><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8.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22"/>
          <p:cNvSpPr txBox="1"/>
          <p:nvPr/>
        </p:nvSpPr>
        <p:spPr>
          <a:xfrm>
            <a:off x="1168200" y="2304596"/>
            <a:ext cx="9677800" cy="1724000"/>
          </a:xfrm>
          <a:prstGeom prst="rect">
            <a:avLst/>
          </a:prstGeom>
          <a:noFill/>
          <a:ln>
            <a:noFill/>
          </a:ln>
        </p:spPr>
        <p:txBody>
          <a:bodyPr spcFirstLastPara="1" wrap="square" lIns="0" tIns="0" rIns="0" bIns="0" anchor="t" anchorCtr="0">
            <a:noAutofit/>
          </a:bodyPr>
          <a:lstStyle/>
          <a:p>
            <a:pPr>
              <a:lnSpc>
                <a:spcPct val="140001"/>
              </a:lnSpc>
            </a:pPr>
            <a:r>
              <a:rPr lang="en-US" sz="4800" dirty="0">
                <a:latin typeface="Anton"/>
                <a:ea typeface="Anton"/>
                <a:cs typeface="Anton"/>
                <a:sym typeface="Anton"/>
              </a:rPr>
              <a:t>Computational / Reproducible Research Best Practices</a:t>
            </a:r>
          </a:p>
        </p:txBody>
      </p:sp>
      <p:sp>
        <p:nvSpPr>
          <p:cNvPr id="111" name="Google Shape;111;p22"/>
          <p:cNvSpPr txBox="1"/>
          <p:nvPr/>
        </p:nvSpPr>
        <p:spPr>
          <a:xfrm>
            <a:off x="1168200" y="5149683"/>
            <a:ext cx="8444153" cy="320649"/>
          </a:xfrm>
          <a:prstGeom prst="rect">
            <a:avLst/>
          </a:prstGeom>
          <a:noFill/>
          <a:ln>
            <a:noFill/>
          </a:ln>
        </p:spPr>
        <p:txBody>
          <a:bodyPr spcFirstLastPara="1" wrap="square" lIns="0" tIns="0" rIns="0" bIns="0" anchor="t" anchorCtr="0">
            <a:noAutofit/>
          </a:bodyPr>
          <a:lstStyle/>
          <a:p>
            <a:pPr>
              <a:lnSpc>
                <a:spcPct val="140025"/>
              </a:lnSpc>
            </a:pPr>
            <a:endParaRPr sz="1067" b="1" dirty="0">
              <a:solidFill>
                <a:schemeClr val="accent3"/>
              </a:solidFill>
              <a:latin typeface="Alegreya"/>
              <a:ea typeface="Alegreya"/>
              <a:cs typeface="Alegreya"/>
              <a:sym typeface="Alegreya"/>
            </a:endParaRPr>
          </a:p>
        </p:txBody>
      </p:sp>
      <p:sp>
        <p:nvSpPr>
          <p:cNvPr id="112" name="Google Shape;112;p22"/>
          <p:cNvSpPr/>
          <p:nvPr/>
        </p:nvSpPr>
        <p:spPr>
          <a:xfrm>
            <a:off x="566021" y="4198943"/>
            <a:ext cx="10019901" cy="780393"/>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endParaRPr lang="en-US" sz="12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9">
          <a:extLst>
            <a:ext uri="{FF2B5EF4-FFF2-40B4-BE49-F238E27FC236}">
              <a16:creationId xmlns:a16="http://schemas.microsoft.com/office/drawing/2014/main" id="{555B9BD9-DF9E-AC20-26F6-95664F4E09E9}"/>
            </a:ext>
          </a:extLst>
        </p:cNvPr>
        <p:cNvGrpSpPr/>
        <p:nvPr/>
      </p:nvGrpSpPr>
      <p:grpSpPr>
        <a:xfrm>
          <a:off x="0" y="0"/>
          <a:ext cx="0" cy="0"/>
          <a:chOff x="0" y="0"/>
          <a:chExt cx="0" cy="0"/>
        </a:xfrm>
      </p:grpSpPr>
      <p:sp>
        <p:nvSpPr>
          <p:cNvPr id="141" name="Google Shape;141;p26">
            <a:extLst>
              <a:ext uri="{FF2B5EF4-FFF2-40B4-BE49-F238E27FC236}">
                <a16:creationId xmlns:a16="http://schemas.microsoft.com/office/drawing/2014/main" id="{E1BF5683-D6F4-7C8F-FD88-A6220438308F}"/>
              </a:ext>
            </a:extLst>
          </p:cNvPr>
          <p:cNvSpPr txBox="1"/>
          <p:nvPr/>
        </p:nvSpPr>
        <p:spPr>
          <a:xfrm>
            <a:off x="922202" y="1157695"/>
            <a:ext cx="6097800" cy="742383"/>
          </a:xfrm>
          <a:prstGeom prst="rect">
            <a:avLst/>
          </a:prstGeom>
          <a:noFill/>
          <a:ln>
            <a:noFill/>
          </a:ln>
        </p:spPr>
        <p:txBody>
          <a:bodyPr spcFirstLastPara="1" wrap="square" lIns="0" tIns="0" rIns="0" bIns="0" anchor="t" anchorCtr="0">
            <a:spAutoFit/>
          </a:bodyPr>
          <a:lstStyle/>
          <a:p>
            <a:pPr defTabSz="609630">
              <a:lnSpc>
                <a:spcPct val="140007"/>
              </a:lnSpc>
              <a:buClr>
                <a:srgbClr val="000000"/>
              </a:buClr>
            </a:pPr>
            <a:r>
              <a:rPr lang="en-US" sz="3446" kern="0" dirty="0">
                <a:solidFill>
                  <a:srgbClr val="00693D"/>
                </a:solidFill>
                <a:latin typeface="Anton"/>
                <a:ea typeface="Anton"/>
                <a:cs typeface="Anton"/>
                <a:sym typeface="Anton"/>
              </a:rPr>
              <a:t>Objectives</a:t>
            </a:r>
            <a:endParaRPr sz="933" kern="0" dirty="0">
              <a:solidFill>
                <a:srgbClr val="000000"/>
              </a:solidFill>
              <a:latin typeface="Anton"/>
              <a:ea typeface="Anton"/>
              <a:cs typeface="Anton"/>
              <a:sym typeface="Anton"/>
            </a:endParaRPr>
          </a:p>
        </p:txBody>
      </p:sp>
      <p:sp>
        <p:nvSpPr>
          <p:cNvPr id="142" name="Google Shape;142;p26">
            <a:extLst>
              <a:ext uri="{FF2B5EF4-FFF2-40B4-BE49-F238E27FC236}">
                <a16:creationId xmlns:a16="http://schemas.microsoft.com/office/drawing/2014/main" id="{1F33F10C-E37B-AAC3-E67B-2ECA203B4738}"/>
              </a:ext>
            </a:extLst>
          </p:cNvPr>
          <p:cNvSpPr txBox="1"/>
          <p:nvPr/>
        </p:nvSpPr>
        <p:spPr>
          <a:xfrm>
            <a:off x="867673" y="1900078"/>
            <a:ext cx="9776400" cy="3360920"/>
          </a:xfrm>
          <a:prstGeom prst="rect">
            <a:avLst/>
          </a:prstGeom>
          <a:noFill/>
          <a:ln>
            <a:noFill/>
          </a:ln>
        </p:spPr>
        <p:txBody>
          <a:bodyPr spcFirstLastPara="1" wrap="square" lIns="0" tIns="0" rIns="0" bIns="0" anchor="t" anchorCtr="0">
            <a:spAutoFit/>
          </a:bodyPr>
          <a:lstStyle/>
          <a:p>
            <a:pPr marL="433260" lvl="1" indent="-216630" defTabSz="609630">
              <a:lnSpc>
                <a:spcPct val="140013"/>
              </a:lnSpc>
              <a:buClr>
                <a:srgbClr val="12312B"/>
              </a:buClr>
              <a:buSzPts val="3009"/>
              <a:buFont typeface="Archivo Medium"/>
              <a:buChar char="•"/>
            </a:pPr>
            <a:r>
              <a:rPr lang="en-US" sz="2400" kern="0" dirty="0">
                <a:solidFill>
                  <a:srgbClr val="12312B"/>
                </a:solidFill>
                <a:latin typeface="Archivo Medium"/>
                <a:ea typeface="Archivo Medium"/>
                <a:cs typeface="Archivo Medium"/>
                <a:sym typeface="Archivo Medium"/>
              </a:rPr>
              <a:t>By the end of this session, you will</a:t>
            </a:r>
          </a:p>
          <a:p>
            <a:pPr marL="1016730" lvl="2" indent="-342900" defTabSz="609630">
              <a:lnSpc>
                <a:spcPct val="140013"/>
              </a:lnSpc>
              <a:buClr>
                <a:srgbClr val="12312B"/>
              </a:buClr>
              <a:buSzPct val="115000"/>
              <a:buAutoNum type="arabicPeriod"/>
            </a:pPr>
            <a:r>
              <a:rPr lang="en-US" kern="0" dirty="0">
                <a:solidFill>
                  <a:srgbClr val="12312B"/>
                </a:solidFill>
                <a:latin typeface="Archivo Medium"/>
                <a:cs typeface="Archivo Medium"/>
                <a:sym typeface="Archivo Medium"/>
              </a:rPr>
              <a:t>Identify some general reproducible research best practices that apply widely and…</a:t>
            </a:r>
          </a:p>
          <a:p>
            <a:pPr marL="1016730" lvl="2" indent="-342900" defTabSz="609630">
              <a:lnSpc>
                <a:spcPct val="140013"/>
              </a:lnSpc>
              <a:buClr>
                <a:srgbClr val="12312B"/>
              </a:buClr>
              <a:buSzPct val="115000"/>
              <a:buAutoNum type="arabicPeriod"/>
            </a:pPr>
            <a:r>
              <a:rPr lang="en-US" kern="0" dirty="0">
                <a:solidFill>
                  <a:srgbClr val="12312B"/>
                </a:solidFill>
                <a:latin typeface="Archivo Medium"/>
                <a:cs typeface="Archivo Medium"/>
                <a:sym typeface="Archivo Medium"/>
              </a:rPr>
              <a:t>Contrast to discipline-specific best practices</a:t>
            </a:r>
          </a:p>
          <a:p>
            <a:pPr marL="1016730" lvl="2" indent="-342900" defTabSz="609630">
              <a:lnSpc>
                <a:spcPct val="140013"/>
              </a:lnSpc>
              <a:buClr>
                <a:srgbClr val="12312B"/>
              </a:buClr>
              <a:buSzPct val="115000"/>
              <a:buAutoNum type="arabicPeriod"/>
            </a:pPr>
            <a:r>
              <a:rPr lang="en-US" kern="0" dirty="0">
                <a:solidFill>
                  <a:srgbClr val="12312B"/>
                </a:solidFill>
                <a:latin typeface="Archivo Medium"/>
                <a:cs typeface="Archivo Medium"/>
                <a:sym typeface="Archivo Medium"/>
              </a:rPr>
              <a:t>Examine ways to apply these best practices to your own research</a:t>
            </a:r>
          </a:p>
          <a:p>
            <a:pPr marL="1016730" lvl="2" indent="-342900" defTabSz="609630">
              <a:lnSpc>
                <a:spcPct val="140013"/>
              </a:lnSpc>
              <a:buClr>
                <a:srgbClr val="12312B"/>
              </a:buClr>
              <a:buSzPct val="115000"/>
              <a:buAutoNum type="arabicPeriod"/>
            </a:pPr>
            <a:r>
              <a:rPr lang="en-US" kern="0" dirty="0">
                <a:solidFill>
                  <a:srgbClr val="12312B"/>
                </a:solidFill>
                <a:latin typeface="Archivo Medium"/>
                <a:ea typeface="Archivo Medium"/>
                <a:cs typeface="Archivo Medium"/>
                <a:sym typeface="Archivo Medium"/>
              </a:rPr>
              <a:t>Be familiar with some common strategies for getting help with the implementation of these best practices (generally) and with writing reproducible code and documentation.</a:t>
            </a:r>
            <a:endParaRPr kern="0" dirty="0">
              <a:solidFill>
                <a:srgbClr val="000000"/>
              </a:solidFill>
              <a:latin typeface="Archivo Medium"/>
              <a:ea typeface="Archivo Medium"/>
              <a:cs typeface="Archivo Medium"/>
              <a:sym typeface="Archivo Medium"/>
            </a:endParaRPr>
          </a:p>
          <a:p>
            <a:pPr marL="433260" lvl="1" indent="-216630" defTabSz="609630">
              <a:lnSpc>
                <a:spcPct val="140013"/>
              </a:lnSpc>
              <a:buClr>
                <a:srgbClr val="12312B"/>
              </a:buClr>
              <a:buSzPts val="3009"/>
              <a:buFont typeface="Archivo Medium"/>
              <a:buChar char="•"/>
            </a:pPr>
            <a:endParaRPr lang="en-US" sz="2400" kern="0" dirty="0">
              <a:solidFill>
                <a:srgbClr val="12312B"/>
              </a:solidFill>
              <a:latin typeface="Archivo Medium"/>
              <a:ea typeface="Archivo Medium"/>
              <a:cs typeface="Archivo Medium"/>
              <a:sym typeface="Archivo Medium"/>
            </a:endParaRPr>
          </a:p>
        </p:txBody>
      </p:sp>
    </p:spTree>
    <p:extLst>
      <p:ext uri="{BB962C8B-B14F-4D97-AF65-F5344CB8AC3E}">
        <p14:creationId xmlns:p14="http://schemas.microsoft.com/office/powerpoint/2010/main" val="4126705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3">
          <a:extLst>
            <a:ext uri="{FF2B5EF4-FFF2-40B4-BE49-F238E27FC236}">
              <a16:creationId xmlns:a16="http://schemas.microsoft.com/office/drawing/2014/main" id="{B1F212BE-D56F-A8CF-808B-08CB869D9C20}"/>
            </a:ext>
          </a:extLst>
        </p:cNvPr>
        <p:cNvGrpSpPr/>
        <p:nvPr/>
      </p:nvGrpSpPr>
      <p:grpSpPr>
        <a:xfrm>
          <a:off x="0" y="0"/>
          <a:ext cx="0" cy="0"/>
          <a:chOff x="0" y="0"/>
          <a:chExt cx="0" cy="0"/>
        </a:xfrm>
      </p:grpSpPr>
      <p:sp>
        <p:nvSpPr>
          <p:cNvPr id="134" name="Google Shape;134;p25">
            <a:extLst>
              <a:ext uri="{FF2B5EF4-FFF2-40B4-BE49-F238E27FC236}">
                <a16:creationId xmlns:a16="http://schemas.microsoft.com/office/drawing/2014/main" id="{FE5081CA-880C-3DEA-FB7C-E5D132381299}"/>
              </a:ext>
            </a:extLst>
          </p:cNvPr>
          <p:cNvSpPr txBox="1"/>
          <p:nvPr/>
        </p:nvSpPr>
        <p:spPr>
          <a:xfrm>
            <a:off x="1417320" y="2148841"/>
            <a:ext cx="9930384" cy="738664"/>
          </a:xfrm>
          <a:prstGeom prst="rect">
            <a:avLst/>
          </a:prstGeom>
          <a:noFill/>
          <a:ln>
            <a:noFill/>
          </a:ln>
        </p:spPr>
        <p:txBody>
          <a:bodyPr spcFirstLastPara="1" wrap="square" lIns="0" tIns="0" rIns="0" bIns="0" anchor="t" anchorCtr="0">
            <a:spAutoFit/>
          </a:bodyPr>
          <a:lstStyle/>
          <a:p>
            <a:pPr defTabSz="609630">
              <a:buClr>
                <a:srgbClr val="000000"/>
              </a:buClr>
            </a:pPr>
            <a:r>
              <a:rPr lang="en-US" sz="4800" kern="0" dirty="0">
                <a:solidFill>
                  <a:srgbClr val="A5D75F"/>
                </a:solidFill>
                <a:latin typeface="Anton"/>
                <a:ea typeface="Anton"/>
                <a:cs typeface="Anton"/>
                <a:sym typeface="Anton"/>
              </a:rPr>
              <a:t>Academic Crises Galore</a:t>
            </a:r>
            <a:endParaRPr sz="100" kern="0" dirty="0">
              <a:solidFill>
                <a:srgbClr val="A5D75F"/>
              </a:solidFill>
              <a:latin typeface="Anton"/>
              <a:ea typeface="Anton"/>
              <a:cs typeface="Anton"/>
              <a:sym typeface="Anton"/>
            </a:endParaRPr>
          </a:p>
        </p:txBody>
      </p:sp>
      <p:sp>
        <p:nvSpPr>
          <p:cNvPr id="135" name="Google Shape;135;p25">
            <a:extLst>
              <a:ext uri="{FF2B5EF4-FFF2-40B4-BE49-F238E27FC236}">
                <a16:creationId xmlns:a16="http://schemas.microsoft.com/office/drawing/2014/main" id="{893EBE21-86A7-3B8F-79D9-C4B20E1B96ED}"/>
              </a:ext>
            </a:extLst>
          </p:cNvPr>
          <p:cNvSpPr/>
          <p:nvPr/>
        </p:nvSpPr>
        <p:spPr>
          <a:xfrm>
            <a:off x="980469" y="3626169"/>
            <a:ext cx="9761634" cy="780393"/>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pPr defTabSz="609630">
              <a:buClr>
                <a:srgbClr val="000000"/>
              </a:buClr>
            </a:pPr>
            <a:endParaRPr lang="en-US" sz="933" kern="0">
              <a:solidFill>
                <a:srgbClr val="000000"/>
              </a:solidFill>
              <a:latin typeface="Arial"/>
              <a:cs typeface="Arial"/>
              <a:sym typeface="Arial"/>
            </a:endParaRPr>
          </a:p>
        </p:txBody>
      </p:sp>
    </p:spTree>
    <p:extLst>
      <p:ext uri="{BB962C8B-B14F-4D97-AF65-F5344CB8AC3E}">
        <p14:creationId xmlns:p14="http://schemas.microsoft.com/office/powerpoint/2010/main" val="2682568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9">
          <a:extLst>
            <a:ext uri="{FF2B5EF4-FFF2-40B4-BE49-F238E27FC236}">
              <a16:creationId xmlns:a16="http://schemas.microsoft.com/office/drawing/2014/main" id="{513ECFFA-4B46-5790-C0BE-F3DD37B5FE18}"/>
            </a:ext>
          </a:extLst>
        </p:cNvPr>
        <p:cNvGrpSpPr/>
        <p:nvPr/>
      </p:nvGrpSpPr>
      <p:grpSpPr>
        <a:xfrm>
          <a:off x="0" y="0"/>
          <a:ext cx="0" cy="0"/>
          <a:chOff x="0" y="0"/>
          <a:chExt cx="0" cy="0"/>
        </a:xfrm>
      </p:grpSpPr>
      <p:sp>
        <p:nvSpPr>
          <p:cNvPr id="141" name="Google Shape;141;p26">
            <a:extLst>
              <a:ext uri="{FF2B5EF4-FFF2-40B4-BE49-F238E27FC236}">
                <a16:creationId xmlns:a16="http://schemas.microsoft.com/office/drawing/2014/main" id="{3B5DB79D-5246-5F19-6A6F-0BB09C41774E}"/>
              </a:ext>
            </a:extLst>
          </p:cNvPr>
          <p:cNvSpPr txBox="1"/>
          <p:nvPr/>
        </p:nvSpPr>
        <p:spPr>
          <a:xfrm>
            <a:off x="922202" y="1157695"/>
            <a:ext cx="10498654" cy="492443"/>
          </a:xfrm>
          <a:prstGeom prst="rect">
            <a:avLst/>
          </a:prstGeom>
          <a:noFill/>
          <a:ln>
            <a:noFill/>
          </a:ln>
        </p:spPr>
        <p:txBody>
          <a:bodyPr spcFirstLastPara="1" wrap="square" lIns="0" tIns="0" rIns="0" bIns="0" anchor="t" anchorCtr="0">
            <a:spAutoFit/>
          </a:bodyPr>
          <a:lstStyle/>
          <a:p>
            <a:pPr defTabSz="609630">
              <a:lnSpc>
                <a:spcPct val="100000"/>
              </a:lnSpc>
              <a:buClr>
                <a:srgbClr val="000000"/>
              </a:buClr>
            </a:pPr>
            <a:r>
              <a:rPr lang="en-US" sz="3200" b="1" dirty="0"/>
              <a:t>Why should we care about RR / OS? and why now?</a:t>
            </a:r>
            <a:endParaRPr sz="3200" kern="0" dirty="0">
              <a:solidFill>
                <a:srgbClr val="000000"/>
              </a:solidFill>
              <a:latin typeface="Anton"/>
              <a:ea typeface="Anton"/>
              <a:cs typeface="Anton"/>
              <a:sym typeface="Anton"/>
            </a:endParaRPr>
          </a:p>
        </p:txBody>
      </p:sp>
      <p:pic>
        <p:nvPicPr>
          <p:cNvPr id="2" name="Picture 1">
            <a:extLst>
              <a:ext uri="{FF2B5EF4-FFF2-40B4-BE49-F238E27FC236}">
                <a16:creationId xmlns:a16="http://schemas.microsoft.com/office/drawing/2014/main" id="{719C951D-72DD-235C-9E5F-CCFD2F09DE7B}"/>
              </a:ext>
            </a:extLst>
          </p:cNvPr>
          <p:cNvPicPr>
            <a:picLocks noChangeAspect="1"/>
          </p:cNvPicPr>
          <p:nvPr/>
        </p:nvPicPr>
        <p:blipFill>
          <a:blip r:embed="rId3"/>
          <a:stretch>
            <a:fillRect/>
          </a:stretch>
        </p:blipFill>
        <p:spPr>
          <a:xfrm>
            <a:off x="346465" y="2417143"/>
            <a:ext cx="5071682" cy="1926336"/>
          </a:xfrm>
          <a:prstGeom prst="rect">
            <a:avLst/>
          </a:prstGeom>
        </p:spPr>
      </p:pic>
      <p:pic>
        <p:nvPicPr>
          <p:cNvPr id="3" name="Picture 2">
            <a:extLst>
              <a:ext uri="{FF2B5EF4-FFF2-40B4-BE49-F238E27FC236}">
                <a16:creationId xmlns:a16="http://schemas.microsoft.com/office/drawing/2014/main" id="{AD8890F0-13B7-0F52-C998-0E897EF68362}"/>
              </a:ext>
            </a:extLst>
          </p:cNvPr>
          <p:cNvPicPr>
            <a:picLocks noChangeAspect="1"/>
          </p:cNvPicPr>
          <p:nvPr/>
        </p:nvPicPr>
        <p:blipFill>
          <a:blip r:embed="rId4"/>
          <a:stretch>
            <a:fillRect/>
          </a:stretch>
        </p:blipFill>
        <p:spPr>
          <a:xfrm>
            <a:off x="6292595" y="1764030"/>
            <a:ext cx="5454329" cy="4682490"/>
          </a:xfrm>
          <a:prstGeom prst="rect">
            <a:avLst/>
          </a:prstGeom>
        </p:spPr>
      </p:pic>
      <p:sp>
        <p:nvSpPr>
          <p:cNvPr id="4" name="TextBox 3">
            <a:extLst>
              <a:ext uri="{FF2B5EF4-FFF2-40B4-BE49-F238E27FC236}">
                <a16:creationId xmlns:a16="http://schemas.microsoft.com/office/drawing/2014/main" id="{E3749EFB-20BA-629B-727F-49FDE1B741EF}"/>
              </a:ext>
            </a:extLst>
          </p:cNvPr>
          <p:cNvSpPr txBox="1"/>
          <p:nvPr/>
        </p:nvSpPr>
        <p:spPr>
          <a:xfrm>
            <a:off x="521208" y="6329579"/>
            <a:ext cx="11225716" cy="461665"/>
          </a:xfrm>
          <a:prstGeom prst="rect">
            <a:avLst/>
          </a:prstGeom>
          <a:noFill/>
        </p:spPr>
        <p:txBody>
          <a:bodyPr wrap="square" rtlCol="0">
            <a:spAutoFit/>
          </a:bodyPr>
          <a:lstStyle/>
          <a:p>
            <a:r>
              <a:rPr lang="en-US" sz="1200" dirty="0"/>
              <a:t>https://www.nature.com/articles/d41586-025-00011-8?utm_source=Live+Audience&amp;utm_campaign=721ef416a7-nature-briefing-weekly-20250110&amp;utm_medium=email&amp;utm_term=0_b27a691814-721ef416a7-51739536</a:t>
            </a:r>
          </a:p>
        </p:txBody>
      </p:sp>
    </p:spTree>
    <p:extLst>
      <p:ext uri="{BB962C8B-B14F-4D97-AF65-F5344CB8AC3E}">
        <p14:creationId xmlns:p14="http://schemas.microsoft.com/office/powerpoint/2010/main" val="25230713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F5CDDF-2733-1F65-B3C2-CA41CBB291C3}"/>
              </a:ext>
            </a:extLst>
          </p:cNvPr>
          <p:cNvPicPr>
            <a:picLocks noChangeAspect="1"/>
          </p:cNvPicPr>
          <p:nvPr/>
        </p:nvPicPr>
        <p:blipFill>
          <a:blip r:embed="rId2"/>
          <a:stretch>
            <a:fillRect/>
          </a:stretch>
        </p:blipFill>
        <p:spPr>
          <a:xfrm>
            <a:off x="627697" y="1422463"/>
            <a:ext cx="4505325" cy="1114425"/>
          </a:xfrm>
          <a:prstGeom prst="rect">
            <a:avLst/>
          </a:prstGeom>
        </p:spPr>
      </p:pic>
      <p:pic>
        <p:nvPicPr>
          <p:cNvPr id="3" name="Picture 2">
            <a:extLst>
              <a:ext uri="{FF2B5EF4-FFF2-40B4-BE49-F238E27FC236}">
                <a16:creationId xmlns:a16="http://schemas.microsoft.com/office/drawing/2014/main" id="{2AE3FB67-C674-277D-BC44-6CD0D3CA2BD7}"/>
              </a:ext>
            </a:extLst>
          </p:cNvPr>
          <p:cNvPicPr>
            <a:picLocks noChangeAspect="1"/>
          </p:cNvPicPr>
          <p:nvPr/>
        </p:nvPicPr>
        <p:blipFill>
          <a:blip r:embed="rId3"/>
          <a:stretch>
            <a:fillRect/>
          </a:stretch>
        </p:blipFill>
        <p:spPr>
          <a:xfrm>
            <a:off x="6504241" y="1398650"/>
            <a:ext cx="4200525" cy="1162050"/>
          </a:xfrm>
          <a:prstGeom prst="rect">
            <a:avLst/>
          </a:prstGeom>
        </p:spPr>
      </p:pic>
      <p:pic>
        <p:nvPicPr>
          <p:cNvPr id="4" name="Picture 3">
            <a:extLst>
              <a:ext uri="{FF2B5EF4-FFF2-40B4-BE49-F238E27FC236}">
                <a16:creationId xmlns:a16="http://schemas.microsoft.com/office/drawing/2014/main" id="{3C1840F1-8889-5A31-766C-37727B593D15}"/>
              </a:ext>
            </a:extLst>
          </p:cNvPr>
          <p:cNvPicPr>
            <a:picLocks noChangeAspect="1"/>
          </p:cNvPicPr>
          <p:nvPr/>
        </p:nvPicPr>
        <p:blipFill>
          <a:blip r:embed="rId4"/>
          <a:stretch>
            <a:fillRect/>
          </a:stretch>
        </p:blipFill>
        <p:spPr>
          <a:xfrm>
            <a:off x="694753" y="3530538"/>
            <a:ext cx="3438525" cy="1581150"/>
          </a:xfrm>
          <a:prstGeom prst="rect">
            <a:avLst/>
          </a:prstGeom>
        </p:spPr>
      </p:pic>
      <p:pic>
        <p:nvPicPr>
          <p:cNvPr id="5" name="Picture 4">
            <a:extLst>
              <a:ext uri="{FF2B5EF4-FFF2-40B4-BE49-F238E27FC236}">
                <a16:creationId xmlns:a16="http://schemas.microsoft.com/office/drawing/2014/main" id="{3FAF8DF0-E5F6-8CAE-9F93-E5F85BC9B823}"/>
              </a:ext>
            </a:extLst>
          </p:cNvPr>
          <p:cNvPicPr>
            <a:picLocks noChangeAspect="1"/>
          </p:cNvPicPr>
          <p:nvPr/>
        </p:nvPicPr>
        <p:blipFill>
          <a:blip r:embed="rId5"/>
          <a:stretch>
            <a:fillRect/>
          </a:stretch>
        </p:blipFill>
        <p:spPr>
          <a:xfrm>
            <a:off x="7232332" y="3122104"/>
            <a:ext cx="3000375" cy="1628775"/>
          </a:xfrm>
          <a:prstGeom prst="rect">
            <a:avLst/>
          </a:prstGeom>
        </p:spPr>
      </p:pic>
      <p:sp>
        <p:nvSpPr>
          <p:cNvPr id="6" name="TextBox 5">
            <a:extLst>
              <a:ext uri="{FF2B5EF4-FFF2-40B4-BE49-F238E27FC236}">
                <a16:creationId xmlns:a16="http://schemas.microsoft.com/office/drawing/2014/main" id="{3F0D8D3F-9457-5A1B-74B3-03B3DDE3D7C6}"/>
              </a:ext>
            </a:extLst>
          </p:cNvPr>
          <p:cNvSpPr txBox="1"/>
          <p:nvPr/>
        </p:nvSpPr>
        <p:spPr>
          <a:xfrm>
            <a:off x="1179576" y="5513832"/>
            <a:ext cx="9381744" cy="1200329"/>
          </a:xfrm>
          <a:prstGeom prst="rect">
            <a:avLst/>
          </a:prstGeom>
          <a:noFill/>
        </p:spPr>
        <p:txBody>
          <a:bodyPr wrap="square" rtlCol="0">
            <a:spAutoFit/>
          </a:bodyPr>
          <a:lstStyle/>
          <a:p>
            <a:pPr marL="285750" indent="-285750">
              <a:buFont typeface="Arial" panose="020B0604020202020204" pitchFamily="34" charset="0"/>
              <a:buChar char="•"/>
            </a:pPr>
            <a:r>
              <a:rPr lang="en-US" sz="1200" u="sng" dirty="0">
                <a:hlinkClick r:id="rId6"/>
              </a:rPr>
              <a:t>https://www.washingtonpost.com/outlook/2022/04/15/humanities-sciences-credibility-crisis-public-trust/</a:t>
            </a:r>
            <a:endParaRPr lang="en-US" sz="1200" u="sng" dirty="0"/>
          </a:p>
          <a:p>
            <a:pPr marL="285750" indent="-285750">
              <a:buFont typeface="Arial" panose="020B0604020202020204" pitchFamily="34" charset="0"/>
              <a:buChar char="•"/>
            </a:pPr>
            <a:r>
              <a:rPr lang="en-US" sz="1200" u="sng" dirty="0">
                <a:hlinkClick r:id="rId7"/>
              </a:rPr>
              <a:t>https://www.insidehighered.com/advice/2023/03/09/thoughts-dealing-despair-over-state-humanities-opinion</a:t>
            </a:r>
            <a:r>
              <a:rPr lang="en-US" sz="1200" dirty="0"/>
              <a:t> </a:t>
            </a:r>
          </a:p>
          <a:p>
            <a:pPr marL="285750" indent="-285750">
              <a:buFont typeface="Arial" panose="020B0604020202020204" pitchFamily="34" charset="0"/>
              <a:buChar char="•"/>
            </a:pPr>
            <a:r>
              <a:rPr lang="en-US" sz="1200" u="sng" dirty="0">
                <a:hlinkClick r:id="rId8"/>
              </a:rPr>
              <a:t>https://news.berkeley.edu/2024/10/14/world-humanities-report-directed-by-uc-berkeleys-sara-guyer-warns-of-extinction-risk-to-human-knowledge/</a:t>
            </a:r>
            <a:r>
              <a:rPr lang="en-US" sz="1200" dirty="0"/>
              <a:t> </a:t>
            </a:r>
          </a:p>
          <a:p>
            <a:pPr marL="285750" indent="-285750">
              <a:buFont typeface="Arial" panose="020B0604020202020204" pitchFamily="34" charset="0"/>
              <a:buChar char="•"/>
            </a:pPr>
            <a:r>
              <a:rPr lang="en-US" sz="1200" u="sng" dirty="0">
                <a:hlinkClick r:id="rId9"/>
              </a:rPr>
              <a:t>https://www.theatlantic.com/ideas/archive/2018/08/the-humanities-face-a-crisisof-confidence/567565/</a:t>
            </a:r>
            <a:r>
              <a:rPr lang="en-US" sz="1200" dirty="0"/>
              <a:t> </a:t>
            </a:r>
          </a:p>
          <a:p>
            <a:pPr marL="285750" indent="-285750">
              <a:buFont typeface="Arial" panose="020B0604020202020204" pitchFamily="34" charset="0"/>
              <a:buChar char="•"/>
            </a:pPr>
            <a:endParaRPr lang="en-US" sz="1200" dirty="0"/>
          </a:p>
        </p:txBody>
      </p:sp>
    </p:spTree>
    <p:extLst>
      <p:ext uri="{BB962C8B-B14F-4D97-AF65-F5344CB8AC3E}">
        <p14:creationId xmlns:p14="http://schemas.microsoft.com/office/powerpoint/2010/main" val="11636845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7">
          <a:extLst>
            <a:ext uri="{FF2B5EF4-FFF2-40B4-BE49-F238E27FC236}">
              <a16:creationId xmlns:a16="http://schemas.microsoft.com/office/drawing/2014/main" id="{7C58060A-F6DA-3DCC-F13C-67B61CFA2F9D}"/>
            </a:ext>
          </a:extLst>
        </p:cNvPr>
        <p:cNvGrpSpPr/>
        <p:nvPr/>
      </p:nvGrpSpPr>
      <p:grpSpPr>
        <a:xfrm>
          <a:off x="0" y="0"/>
          <a:ext cx="0" cy="0"/>
          <a:chOff x="0" y="0"/>
          <a:chExt cx="0" cy="0"/>
        </a:xfrm>
      </p:grpSpPr>
      <p:sp>
        <p:nvSpPr>
          <p:cNvPr id="158" name="Google Shape;158;p19">
            <a:extLst>
              <a:ext uri="{FF2B5EF4-FFF2-40B4-BE49-F238E27FC236}">
                <a16:creationId xmlns:a16="http://schemas.microsoft.com/office/drawing/2014/main" id="{E7F78F23-2156-218C-004C-FA59EF101D1E}"/>
              </a:ext>
            </a:extLst>
          </p:cNvPr>
          <p:cNvSpPr txBox="1">
            <a:spLocks noGrp="1"/>
          </p:cNvSpPr>
          <p:nvPr>
            <p:ph type="title"/>
          </p:nvPr>
        </p:nvSpPr>
        <p:spPr>
          <a:xfrm>
            <a:off x="2329800" y="1709750"/>
            <a:ext cx="9017400" cy="2852700"/>
          </a:xfrm>
          <a:prstGeom prst="rect">
            <a:avLst/>
          </a:prstGeom>
          <a:noFill/>
          <a:ln>
            <a:noFill/>
          </a:ln>
        </p:spPr>
        <p:txBody>
          <a:bodyPr spcFirstLastPara="1" wrap="square" lIns="91425" tIns="45700" rIns="91425" bIns="45700" anchor="b" anchorCtr="0">
            <a:noAutofit/>
          </a:bodyPr>
          <a:lstStyle/>
          <a:p>
            <a:pPr marL="0" lvl="0" indent="0" algn="l" rtl="0">
              <a:lnSpc>
                <a:spcPct val="90000"/>
              </a:lnSpc>
              <a:spcBef>
                <a:spcPts val="0"/>
              </a:spcBef>
              <a:spcAft>
                <a:spcPts val="0"/>
              </a:spcAft>
              <a:buClr>
                <a:schemeClr val="dk1"/>
              </a:buClr>
              <a:buSzPts val="6000"/>
              <a:buFont typeface="Arial"/>
              <a:buNone/>
            </a:pPr>
            <a:endParaRPr b="0" dirty="0"/>
          </a:p>
        </p:txBody>
      </p:sp>
      <p:sp>
        <p:nvSpPr>
          <p:cNvPr id="3" name="Rounded Rectangle 2">
            <a:extLst>
              <a:ext uri="{FF2B5EF4-FFF2-40B4-BE49-F238E27FC236}">
                <a16:creationId xmlns:a16="http://schemas.microsoft.com/office/drawing/2014/main" id="{8BC43CAA-DBBD-4817-942C-2B1F39423C86}"/>
              </a:ext>
            </a:extLst>
          </p:cNvPr>
          <p:cNvSpPr/>
          <p:nvPr/>
        </p:nvSpPr>
        <p:spPr>
          <a:xfrm>
            <a:off x="2329800" y="1059666"/>
            <a:ext cx="9369897" cy="4354036"/>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What does good open / reproducible research look like in your discipline?</a:t>
            </a:r>
          </a:p>
          <a:p>
            <a:pPr algn="ctr"/>
            <a:endParaRPr lang="en-US" sz="4000" dirty="0"/>
          </a:p>
          <a:p>
            <a:pPr algn="ctr"/>
            <a:r>
              <a:rPr lang="en-US" sz="4000" dirty="0"/>
              <a:t>In what ways are </a:t>
            </a:r>
            <a:r>
              <a:rPr lang="en-US" sz="4000" dirty="0" err="1"/>
              <a:t>reseachers</a:t>
            </a:r>
            <a:r>
              <a:rPr lang="en-US" sz="4000" dirty="0"/>
              <a:t> in your discipline failing to achieve this?</a:t>
            </a:r>
          </a:p>
        </p:txBody>
      </p:sp>
    </p:spTree>
    <p:extLst>
      <p:ext uri="{BB962C8B-B14F-4D97-AF65-F5344CB8AC3E}">
        <p14:creationId xmlns:p14="http://schemas.microsoft.com/office/powerpoint/2010/main" val="2529613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3">
          <a:extLst>
            <a:ext uri="{FF2B5EF4-FFF2-40B4-BE49-F238E27FC236}">
              <a16:creationId xmlns:a16="http://schemas.microsoft.com/office/drawing/2014/main" id="{E8A7C709-B121-E543-2BF3-403B8EB1C8CC}"/>
            </a:ext>
          </a:extLst>
        </p:cNvPr>
        <p:cNvGrpSpPr/>
        <p:nvPr/>
      </p:nvGrpSpPr>
      <p:grpSpPr>
        <a:xfrm>
          <a:off x="0" y="0"/>
          <a:ext cx="0" cy="0"/>
          <a:chOff x="0" y="0"/>
          <a:chExt cx="0" cy="0"/>
        </a:xfrm>
      </p:grpSpPr>
      <p:sp>
        <p:nvSpPr>
          <p:cNvPr id="134" name="Google Shape;134;p25">
            <a:extLst>
              <a:ext uri="{FF2B5EF4-FFF2-40B4-BE49-F238E27FC236}">
                <a16:creationId xmlns:a16="http://schemas.microsoft.com/office/drawing/2014/main" id="{34AB5467-5185-A812-C09F-F87686BB4A87}"/>
              </a:ext>
            </a:extLst>
          </p:cNvPr>
          <p:cNvSpPr txBox="1"/>
          <p:nvPr/>
        </p:nvSpPr>
        <p:spPr>
          <a:xfrm>
            <a:off x="1417320" y="2148841"/>
            <a:ext cx="9930384" cy="738664"/>
          </a:xfrm>
          <a:prstGeom prst="rect">
            <a:avLst/>
          </a:prstGeom>
          <a:noFill/>
          <a:ln>
            <a:noFill/>
          </a:ln>
        </p:spPr>
        <p:txBody>
          <a:bodyPr spcFirstLastPara="1" wrap="square" lIns="0" tIns="0" rIns="0" bIns="0" anchor="t" anchorCtr="0">
            <a:spAutoFit/>
          </a:bodyPr>
          <a:lstStyle/>
          <a:p>
            <a:pPr defTabSz="609630">
              <a:buClr>
                <a:srgbClr val="000000"/>
              </a:buClr>
            </a:pPr>
            <a:r>
              <a:rPr lang="en-US" sz="4800" kern="0" dirty="0">
                <a:solidFill>
                  <a:srgbClr val="A5D75F"/>
                </a:solidFill>
                <a:latin typeface="Anton"/>
                <a:ea typeface="Anton"/>
                <a:cs typeface="Anton"/>
                <a:sym typeface="Anton"/>
              </a:rPr>
              <a:t>Open and (or?) Reproducible Research</a:t>
            </a:r>
            <a:endParaRPr sz="100" kern="0" dirty="0">
              <a:solidFill>
                <a:srgbClr val="A5D75F"/>
              </a:solidFill>
              <a:latin typeface="Anton"/>
              <a:ea typeface="Anton"/>
              <a:cs typeface="Anton"/>
              <a:sym typeface="Anton"/>
            </a:endParaRPr>
          </a:p>
        </p:txBody>
      </p:sp>
      <p:sp>
        <p:nvSpPr>
          <p:cNvPr id="135" name="Google Shape;135;p25">
            <a:extLst>
              <a:ext uri="{FF2B5EF4-FFF2-40B4-BE49-F238E27FC236}">
                <a16:creationId xmlns:a16="http://schemas.microsoft.com/office/drawing/2014/main" id="{988BCB17-4724-EC55-C938-A911166E56FC}"/>
              </a:ext>
            </a:extLst>
          </p:cNvPr>
          <p:cNvSpPr/>
          <p:nvPr/>
        </p:nvSpPr>
        <p:spPr>
          <a:xfrm>
            <a:off x="959495" y="2887505"/>
            <a:ext cx="7287037" cy="780393"/>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pPr defTabSz="609630">
              <a:buClr>
                <a:srgbClr val="000000"/>
              </a:buClr>
            </a:pPr>
            <a:endParaRPr lang="en-US" sz="933" kern="0">
              <a:solidFill>
                <a:srgbClr val="000000"/>
              </a:solidFill>
              <a:latin typeface="Arial"/>
              <a:cs typeface="Arial"/>
              <a:sym typeface="Arial"/>
            </a:endParaRPr>
          </a:p>
        </p:txBody>
      </p:sp>
    </p:spTree>
    <p:extLst>
      <p:ext uri="{BB962C8B-B14F-4D97-AF65-F5344CB8AC3E}">
        <p14:creationId xmlns:p14="http://schemas.microsoft.com/office/powerpoint/2010/main" val="29487361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477151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9">
          <a:extLst>
            <a:ext uri="{FF2B5EF4-FFF2-40B4-BE49-F238E27FC236}">
              <a16:creationId xmlns:a16="http://schemas.microsoft.com/office/drawing/2014/main" id="{9D08716B-E435-BFFC-1B82-7F291BB09BAE}"/>
            </a:ext>
          </a:extLst>
        </p:cNvPr>
        <p:cNvGrpSpPr/>
        <p:nvPr/>
      </p:nvGrpSpPr>
      <p:grpSpPr>
        <a:xfrm>
          <a:off x="0" y="0"/>
          <a:ext cx="0" cy="0"/>
          <a:chOff x="0" y="0"/>
          <a:chExt cx="0" cy="0"/>
        </a:xfrm>
      </p:grpSpPr>
      <p:sp>
        <p:nvSpPr>
          <p:cNvPr id="141" name="Google Shape;141;p26">
            <a:extLst>
              <a:ext uri="{FF2B5EF4-FFF2-40B4-BE49-F238E27FC236}">
                <a16:creationId xmlns:a16="http://schemas.microsoft.com/office/drawing/2014/main" id="{78E586CE-EAB9-478A-905E-310D986723F8}"/>
              </a:ext>
            </a:extLst>
          </p:cNvPr>
          <p:cNvSpPr txBox="1"/>
          <p:nvPr/>
        </p:nvSpPr>
        <p:spPr>
          <a:xfrm>
            <a:off x="922202" y="1157695"/>
            <a:ext cx="8511218" cy="742383"/>
          </a:xfrm>
          <a:prstGeom prst="rect">
            <a:avLst/>
          </a:prstGeom>
          <a:noFill/>
          <a:ln>
            <a:noFill/>
          </a:ln>
        </p:spPr>
        <p:txBody>
          <a:bodyPr spcFirstLastPara="1" wrap="square" lIns="0" tIns="0" rIns="0" bIns="0" anchor="t" anchorCtr="0">
            <a:spAutoFit/>
          </a:bodyPr>
          <a:lstStyle/>
          <a:p>
            <a:pPr defTabSz="609630">
              <a:lnSpc>
                <a:spcPct val="140007"/>
              </a:lnSpc>
              <a:buClr>
                <a:srgbClr val="000000"/>
              </a:buClr>
            </a:pPr>
            <a:r>
              <a:rPr lang="en-US" sz="3446" kern="0" dirty="0">
                <a:solidFill>
                  <a:srgbClr val="00693D"/>
                </a:solidFill>
                <a:latin typeface="Anton"/>
                <a:ea typeface="Anton"/>
                <a:cs typeface="Anton"/>
                <a:sym typeface="Anton"/>
              </a:rPr>
              <a:t>Different Disciplines, different needs</a:t>
            </a:r>
            <a:endParaRPr sz="933" kern="0" dirty="0">
              <a:solidFill>
                <a:srgbClr val="000000"/>
              </a:solidFill>
              <a:latin typeface="Anton"/>
              <a:ea typeface="Anton"/>
              <a:cs typeface="Anton"/>
              <a:sym typeface="Anton"/>
            </a:endParaRPr>
          </a:p>
        </p:txBody>
      </p:sp>
    </p:spTree>
    <p:extLst>
      <p:ext uri="{BB962C8B-B14F-4D97-AF65-F5344CB8AC3E}">
        <p14:creationId xmlns:p14="http://schemas.microsoft.com/office/powerpoint/2010/main" val="24057149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9">
          <a:extLst>
            <a:ext uri="{FF2B5EF4-FFF2-40B4-BE49-F238E27FC236}">
              <a16:creationId xmlns:a16="http://schemas.microsoft.com/office/drawing/2014/main" id="{15879BB2-F066-F75E-A8DB-0F7CD248D8F7}"/>
            </a:ext>
          </a:extLst>
        </p:cNvPr>
        <p:cNvGrpSpPr/>
        <p:nvPr/>
      </p:nvGrpSpPr>
      <p:grpSpPr>
        <a:xfrm>
          <a:off x="0" y="0"/>
          <a:ext cx="0" cy="0"/>
          <a:chOff x="0" y="0"/>
          <a:chExt cx="0" cy="0"/>
        </a:xfrm>
      </p:grpSpPr>
      <p:sp>
        <p:nvSpPr>
          <p:cNvPr id="141" name="Google Shape;141;p26">
            <a:extLst>
              <a:ext uri="{FF2B5EF4-FFF2-40B4-BE49-F238E27FC236}">
                <a16:creationId xmlns:a16="http://schemas.microsoft.com/office/drawing/2014/main" id="{0C5E1074-6BF4-21EF-64AF-3358BF019D54}"/>
              </a:ext>
            </a:extLst>
          </p:cNvPr>
          <p:cNvSpPr txBox="1"/>
          <p:nvPr/>
        </p:nvSpPr>
        <p:spPr>
          <a:xfrm>
            <a:off x="922202" y="1157695"/>
            <a:ext cx="8511218" cy="742383"/>
          </a:xfrm>
          <a:prstGeom prst="rect">
            <a:avLst/>
          </a:prstGeom>
          <a:noFill/>
          <a:ln>
            <a:noFill/>
          </a:ln>
        </p:spPr>
        <p:txBody>
          <a:bodyPr spcFirstLastPara="1" wrap="square" lIns="0" tIns="0" rIns="0" bIns="0" anchor="t" anchorCtr="0">
            <a:spAutoFit/>
          </a:bodyPr>
          <a:lstStyle/>
          <a:p>
            <a:pPr defTabSz="609630">
              <a:lnSpc>
                <a:spcPct val="140007"/>
              </a:lnSpc>
              <a:buClr>
                <a:srgbClr val="000000"/>
              </a:buClr>
            </a:pPr>
            <a:r>
              <a:rPr lang="en-US" sz="3446" kern="0" dirty="0">
                <a:solidFill>
                  <a:srgbClr val="00693D"/>
                </a:solidFill>
                <a:latin typeface="Anton"/>
                <a:ea typeface="Anton"/>
                <a:cs typeface="Anton"/>
                <a:sym typeface="Anton"/>
              </a:rPr>
              <a:t>Open Scholarship Movement</a:t>
            </a:r>
            <a:endParaRPr sz="933" kern="0" dirty="0">
              <a:solidFill>
                <a:srgbClr val="000000"/>
              </a:solidFill>
              <a:latin typeface="Anton"/>
              <a:ea typeface="Anton"/>
              <a:cs typeface="Anton"/>
              <a:sym typeface="Anton"/>
            </a:endParaRPr>
          </a:p>
        </p:txBody>
      </p:sp>
      <p:sp>
        <p:nvSpPr>
          <p:cNvPr id="142" name="Google Shape;142;p26">
            <a:extLst>
              <a:ext uri="{FF2B5EF4-FFF2-40B4-BE49-F238E27FC236}">
                <a16:creationId xmlns:a16="http://schemas.microsoft.com/office/drawing/2014/main" id="{2F69E860-2826-C663-75C7-D65490E0A9CA}"/>
              </a:ext>
            </a:extLst>
          </p:cNvPr>
          <p:cNvSpPr txBox="1"/>
          <p:nvPr/>
        </p:nvSpPr>
        <p:spPr>
          <a:xfrm>
            <a:off x="922202" y="2187594"/>
            <a:ext cx="10059742" cy="3093154"/>
          </a:xfrm>
          <a:prstGeom prst="rect">
            <a:avLst/>
          </a:prstGeom>
          <a:noFill/>
          <a:ln>
            <a:noFill/>
          </a:ln>
        </p:spPr>
        <p:txBody>
          <a:bodyPr spcFirstLastPara="1" wrap="square" lIns="0" tIns="0" rIns="0" bIns="0" anchor="t" anchorCtr="0">
            <a:spAutoFit/>
          </a:bodyPr>
          <a:lstStyle/>
          <a:p>
            <a:r>
              <a:rPr lang="en-US"/>
              <a:t>“The </a:t>
            </a:r>
            <a:r>
              <a:rPr lang="en-US" i="1"/>
              <a:t>open scholarship </a:t>
            </a:r>
            <a:r>
              <a:rPr lang="en-US"/>
              <a:t>movement seeks to make knowledge of all kinds, openly shared, transparent, rigorously researched, and inclusive.” </a:t>
            </a:r>
            <a:r>
              <a:rPr lang="en-US" sz="2000"/>
              <a:t> </a:t>
            </a:r>
            <a:endParaRPr lang="en-US"/>
          </a:p>
          <a:p>
            <a:r>
              <a:rPr lang="en-US"/>
              <a:t>(Azevedo, et al. “</a:t>
            </a:r>
            <a:r>
              <a:rPr lang="en-US" u="sng">
                <a:hlinkClick r:id="rId3"/>
              </a:rPr>
              <a:t>Towards a Culture of Open Scholarship</a:t>
            </a:r>
            <a:r>
              <a:rPr lang="en-US"/>
              <a:t>” in </a:t>
            </a:r>
            <a:r>
              <a:rPr lang="en-US" i="1"/>
              <a:t>BMC Res Notes, </a:t>
            </a:r>
            <a:r>
              <a:rPr lang="en-US"/>
              <a:t>2022)</a:t>
            </a:r>
          </a:p>
          <a:p>
            <a:br>
              <a:rPr lang="en-US"/>
            </a:br>
            <a:endParaRPr lang="en-US"/>
          </a:p>
          <a:p>
            <a:r>
              <a:rPr lang="en-US"/>
              <a:t>“Open scholarship is an umbrella term that refers to the endeavour to improve openness, integrity, social justice, diversity, equity, inclusivity and accessibility in all areas of scholarly activities. Open scholarship extends the more widely used terms open science and open research to include academic fields beyond the sciences and activities beyond academic research.”</a:t>
            </a:r>
          </a:p>
          <a:p>
            <a:r>
              <a:rPr lang="en-US"/>
              <a:t>(Parson, et al. “</a:t>
            </a:r>
            <a:r>
              <a:rPr lang="en-US" u="sng">
                <a:hlinkClick r:id="rId4"/>
              </a:rPr>
              <a:t>A community-sourced glossary of open scholarship terms</a:t>
            </a:r>
            <a:r>
              <a:rPr lang="en-US"/>
              <a:t>” in </a:t>
            </a:r>
            <a:r>
              <a:rPr lang="en-US" i="1"/>
              <a:t>Nature Human Behavior, </a:t>
            </a:r>
            <a:r>
              <a:rPr lang="en-US"/>
              <a:t>2022)</a:t>
            </a:r>
            <a:endParaRPr lang="en-US">
              <a:effectLst/>
            </a:endParaRPr>
          </a:p>
        </p:txBody>
      </p:sp>
    </p:spTree>
    <p:extLst>
      <p:ext uri="{BB962C8B-B14F-4D97-AF65-F5344CB8AC3E}">
        <p14:creationId xmlns:p14="http://schemas.microsoft.com/office/powerpoint/2010/main" val="20612795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9">
          <a:extLst>
            <a:ext uri="{FF2B5EF4-FFF2-40B4-BE49-F238E27FC236}">
              <a16:creationId xmlns:a16="http://schemas.microsoft.com/office/drawing/2014/main" id="{E2ACC2F4-5F4A-DEFA-C4B9-F5EE25D72449}"/>
            </a:ext>
          </a:extLst>
        </p:cNvPr>
        <p:cNvGrpSpPr/>
        <p:nvPr/>
      </p:nvGrpSpPr>
      <p:grpSpPr>
        <a:xfrm>
          <a:off x="0" y="0"/>
          <a:ext cx="0" cy="0"/>
          <a:chOff x="0" y="0"/>
          <a:chExt cx="0" cy="0"/>
        </a:xfrm>
      </p:grpSpPr>
      <p:sp>
        <p:nvSpPr>
          <p:cNvPr id="141" name="Google Shape;141;p26">
            <a:extLst>
              <a:ext uri="{FF2B5EF4-FFF2-40B4-BE49-F238E27FC236}">
                <a16:creationId xmlns:a16="http://schemas.microsoft.com/office/drawing/2014/main" id="{1E4F55B4-E56F-5752-0D8A-34BF9EE4A236}"/>
              </a:ext>
            </a:extLst>
          </p:cNvPr>
          <p:cNvSpPr txBox="1"/>
          <p:nvPr/>
        </p:nvSpPr>
        <p:spPr>
          <a:xfrm>
            <a:off x="922202" y="1157695"/>
            <a:ext cx="8511218" cy="742383"/>
          </a:xfrm>
          <a:prstGeom prst="rect">
            <a:avLst/>
          </a:prstGeom>
          <a:noFill/>
          <a:ln>
            <a:noFill/>
          </a:ln>
        </p:spPr>
        <p:txBody>
          <a:bodyPr spcFirstLastPara="1" wrap="square" lIns="0" tIns="0" rIns="0" bIns="0" anchor="t" anchorCtr="0">
            <a:spAutoFit/>
          </a:bodyPr>
          <a:lstStyle/>
          <a:p>
            <a:pPr defTabSz="609630">
              <a:lnSpc>
                <a:spcPct val="140007"/>
              </a:lnSpc>
              <a:buClr>
                <a:srgbClr val="000000"/>
              </a:buClr>
            </a:pPr>
            <a:r>
              <a:rPr lang="en-US" sz="3446" kern="0" dirty="0">
                <a:solidFill>
                  <a:srgbClr val="00693D"/>
                </a:solidFill>
                <a:latin typeface="Anton"/>
                <a:ea typeface="Anton"/>
                <a:cs typeface="Anton"/>
                <a:sym typeface="Anton"/>
              </a:rPr>
              <a:t>Open…</a:t>
            </a:r>
            <a:endParaRPr sz="933" kern="0" dirty="0">
              <a:solidFill>
                <a:srgbClr val="000000"/>
              </a:solidFill>
              <a:latin typeface="Anton"/>
              <a:ea typeface="Anton"/>
              <a:cs typeface="Anton"/>
              <a:sym typeface="Anton"/>
            </a:endParaRPr>
          </a:p>
        </p:txBody>
      </p:sp>
      <p:sp>
        <p:nvSpPr>
          <p:cNvPr id="2" name="TextBox 1">
            <a:extLst>
              <a:ext uri="{FF2B5EF4-FFF2-40B4-BE49-F238E27FC236}">
                <a16:creationId xmlns:a16="http://schemas.microsoft.com/office/drawing/2014/main" id="{2B00EA71-8E07-521A-C723-3A208373DEA2}"/>
              </a:ext>
            </a:extLst>
          </p:cNvPr>
          <p:cNvSpPr txBox="1"/>
          <p:nvPr/>
        </p:nvSpPr>
        <p:spPr>
          <a:xfrm>
            <a:off x="922202" y="2313432"/>
            <a:ext cx="8880166" cy="1754326"/>
          </a:xfrm>
          <a:prstGeom prst="rect">
            <a:avLst/>
          </a:prstGeom>
          <a:noFill/>
        </p:spPr>
        <p:txBody>
          <a:bodyPr wrap="square" rtlCol="0">
            <a:spAutoFit/>
          </a:bodyPr>
          <a:lstStyle/>
          <a:p>
            <a:pPr marL="285750" indent="-285750">
              <a:buFont typeface="Arial" panose="020B0604020202020204" pitchFamily="34" charset="0"/>
              <a:buChar char="•"/>
            </a:pPr>
            <a:r>
              <a:rPr lang="en-US" dirty="0"/>
              <a:t>Access</a:t>
            </a:r>
          </a:p>
          <a:p>
            <a:pPr marL="285750" indent="-285750">
              <a:buFont typeface="Arial" panose="020B0604020202020204" pitchFamily="34" charset="0"/>
              <a:buChar char="•"/>
            </a:pPr>
            <a:r>
              <a:rPr lang="en-US" dirty="0"/>
              <a:t>Code / software</a:t>
            </a:r>
          </a:p>
          <a:p>
            <a:pPr marL="285750" indent="-285750">
              <a:buFont typeface="Arial" panose="020B0604020202020204" pitchFamily="34" charset="0"/>
              <a:buChar char="•"/>
            </a:pPr>
            <a:r>
              <a:rPr lang="en-US" dirty="0"/>
              <a:t>Data</a:t>
            </a:r>
          </a:p>
          <a:p>
            <a:pPr marL="285750" indent="-285750">
              <a:buFont typeface="Arial" panose="020B0604020202020204" pitchFamily="34" charset="0"/>
              <a:buChar char="•"/>
            </a:pPr>
            <a:r>
              <a:rPr lang="en-US" dirty="0"/>
              <a:t>Education Resources</a:t>
            </a:r>
          </a:p>
          <a:p>
            <a:pPr marL="285750" indent="-285750">
              <a:buFont typeface="Arial" panose="020B0604020202020204" pitchFamily="34" charset="0"/>
              <a:buChar char="•"/>
            </a:pPr>
            <a:r>
              <a:rPr lang="en-US" dirty="0"/>
              <a:t>Methods</a:t>
            </a:r>
          </a:p>
          <a:p>
            <a:pPr marL="285750" indent="-285750">
              <a:buFont typeface="Arial" panose="020B0604020202020204" pitchFamily="34" charset="0"/>
              <a:buChar char="•"/>
            </a:pPr>
            <a:r>
              <a:rPr lang="en-US" dirty="0"/>
              <a:t>Peer Review</a:t>
            </a:r>
          </a:p>
        </p:txBody>
      </p:sp>
    </p:spTree>
    <p:extLst>
      <p:ext uri="{BB962C8B-B14F-4D97-AF65-F5344CB8AC3E}">
        <p14:creationId xmlns:p14="http://schemas.microsoft.com/office/powerpoint/2010/main" val="40181345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632423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39">
          <a:extLst>
            <a:ext uri="{FF2B5EF4-FFF2-40B4-BE49-F238E27FC236}">
              <a16:creationId xmlns:a16="http://schemas.microsoft.com/office/drawing/2014/main" id="{5A824A73-D159-B559-745F-F169B325320B}"/>
            </a:ext>
          </a:extLst>
        </p:cNvPr>
        <p:cNvGrpSpPr/>
        <p:nvPr/>
      </p:nvGrpSpPr>
      <p:grpSpPr>
        <a:xfrm>
          <a:off x="0" y="0"/>
          <a:ext cx="0" cy="0"/>
          <a:chOff x="0" y="0"/>
          <a:chExt cx="0" cy="0"/>
        </a:xfrm>
      </p:grpSpPr>
      <p:sp>
        <p:nvSpPr>
          <p:cNvPr id="141" name="Google Shape;141;p26">
            <a:extLst>
              <a:ext uri="{FF2B5EF4-FFF2-40B4-BE49-F238E27FC236}">
                <a16:creationId xmlns:a16="http://schemas.microsoft.com/office/drawing/2014/main" id="{522A27CE-7B2A-AA9A-4111-B886DB809C23}"/>
              </a:ext>
            </a:extLst>
          </p:cNvPr>
          <p:cNvSpPr txBox="1"/>
          <p:nvPr/>
        </p:nvSpPr>
        <p:spPr>
          <a:xfrm>
            <a:off x="922202" y="1157695"/>
            <a:ext cx="8511218" cy="742383"/>
          </a:xfrm>
          <a:prstGeom prst="rect">
            <a:avLst/>
          </a:prstGeom>
          <a:noFill/>
          <a:ln>
            <a:noFill/>
          </a:ln>
        </p:spPr>
        <p:txBody>
          <a:bodyPr spcFirstLastPara="1" wrap="square" lIns="0" tIns="0" rIns="0" bIns="0" anchor="t" anchorCtr="0">
            <a:spAutoFit/>
          </a:bodyPr>
          <a:lstStyle/>
          <a:p>
            <a:pPr defTabSz="609630">
              <a:lnSpc>
                <a:spcPct val="140007"/>
              </a:lnSpc>
              <a:buClr>
                <a:srgbClr val="000000"/>
              </a:buClr>
            </a:pPr>
            <a:r>
              <a:rPr lang="en-US" sz="3446" kern="0" dirty="0">
                <a:solidFill>
                  <a:srgbClr val="00693D"/>
                </a:solidFill>
                <a:latin typeface="Anton"/>
                <a:ea typeface="Anton"/>
                <a:cs typeface="Anton"/>
                <a:sym typeface="Anton"/>
              </a:rPr>
              <a:t>Open Scholarship</a:t>
            </a:r>
            <a:endParaRPr sz="933" kern="0" dirty="0">
              <a:solidFill>
                <a:srgbClr val="000000"/>
              </a:solidFill>
              <a:latin typeface="Anton"/>
              <a:ea typeface="Anton"/>
              <a:cs typeface="Anton"/>
              <a:sym typeface="Anton"/>
            </a:endParaRPr>
          </a:p>
        </p:txBody>
      </p:sp>
      <p:sp>
        <p:nvSpPr>
          <p:cNvPr id="142" name="Google Shape;142;p26">
            <a:extLst>
              <a:ext uri="{FF2B5EF4-FFF2-40B4-BE49-F238E27FC236}">
                <a16:creationId xmlns:a16="http://schemas.microsoft.com/office/drawing/2014/main" id="{081DCE9E-3302-2CF3-85E6-5163A6FB583D}"/>
              </a:ext>
            </a:extLst>
          </p:cNvPr>
          <p:cNvSpPr txBox="1"/>
          <p:nvPr/>
        </p:nvSpPr>
        <p:spPr>
          <a:xfrm>
            <a:off x="922202" y="2187594"/>
            <a:ext cx="10059742" cy="1684307"/>
          </a:xfrm>
          <a:prstGeom prst="rect">
            <a:avLst/>
          </a:prstGeom>
          <a:noFill/>
          <a:ln>
            <a:noFill/>
          </a:ln>
        </p:spPr>
        <p:txBody>
          <a:bodyPr spcFirstLastPara="1" wrap="square" lIns="0" tIns="0" rIns="0" bIns="0" anchor="t" anchorCtr="0">
            <a:spAutoFit/>
          </a:bodyPr>
          <a:lstStyle/>
          <a:p>
            <a:pPr marL="433260" lvl="1" indent="-216630" defTabSz="609630">
              <a:lnSpc>
                <a:spcPct val="140013"/>
              </a:lnSpc>
              <a:buClr>
                <a:srgbClr val="12312B"/>
              </a:buClr>
              <a:buSzPts val="3009"/>
              <a:buFont typeface="Archivo Medium"/>
              <a:buChar char="•"/>
            </a:pPr>
            <a:endParaRPr lang="en-US" sz="2006" b="1" kern="0" dirty="0">
              <a:solidFill>
                <a:srgbClr val="12312B"/>
              </a:solidFill>
              <a:latin typeface="Archivo Medium"/>
              <a:ea typeface="Archivo Medium"/>
              <a:cs typeface="Archivo Medium"/>
              <a:sym typeface="Archivo Medium"/>
            </a:endParaRPr>
          </a:p>
          <a:p>
            <a:pPr marL="433260" lvl="1" indent="-216630" defTabSz="609630">
              <a:lnSpc>
                <a:spcPct val="140013"/>
              </a:lnSpc>
              <a:buClr>
                <a:srgbClr val="12312B"/>
              </a:buClr>
              <a:buSzPts val="3009"/>
              <a:buFont typeface="Archivo Medium"/>
              <a:buChar char="•"/>
            </a:pPr>
            <a:endParaRPr lang="en-US" sz="2006" b="1" kern="0" dirty="0">
              <a:solidFill>
                <a:srgbClr val="12312B"/>
              </a:solidFill>
              <a:latin typeface="Archivo Medium"/>
              <a:ea typeface="Archivo Medium"/>
              <a:cs typeface="Archivo Medium"/>
              <a:sym typeface="Archivo Medium"/>
            </a:endParaRPr>
          </a:p>
          <a:p>
            <a:pPr marL="216630" lvl="1" defTabSz="609630">
              <a:lnSpc>
                <a:spcPct val="140013"/>
              </a:lnSpc>
              <a:buClr>
                <a:srgbClr val="12312B"/>
              </a:buClr>
              <a:buSzPts val="3009"/>
            </a:pPr>
            <a:endParaRPr lang="en-US" dirty="0">
              <a:solidFill>
                <a:srgbClr val="12312B"/>
              </a:solidFill>
              <a:latin typeface="Archivo Medium"/>
              <a:sym typeface="Archivo Medium"/>
            </a:endParaRPr>
          </a:p>
          <a:p>
            <a:pPr defTabSz="609630">
              <a:lnSpc>
                <a:spcPct val="140013"/>
              </a:lnSpc>
              <a:buClr>
                <a:srgbClr val="000000"/>
              </a:buClr>
            </a:pPr>
            <a:endParaRPr sz="2006" kern="0" dirty="0">
              <a:solidFill>
                <a:srgbClr val="12312B"/>
              </a:solidFill>
              <a:latin typeface="Arial"/>
              <a:ea typeface="Arial"/>
              <a:cs typeface="Arial"/>
              <a:sym typeface="Arial"/>
            </a:endParaRPr>
          </a:p>
        </p:txBody>
      </p:sp>
    </p:spTree>
    <p:extLst>
      <p:ext uri="{BB962C8B-B14F-4D97-AF65-F5344CB8AC3E}">
        <p14:creationId xmlns:p14="http://schemas.microsoft.com/office/powerpoint/2010/main" val="35129060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8" name="Google Shape;178;p31"/>
          <p:cNvSpPr txBox="1"/>
          <p:nvPr/>
        </p:nvSpPr>
        <p:spPr>
          <a:xfrm>
            <a:off x="922202" y="1157695"/>
            <a:ext cx="6097800" cy="742383"/>
          </a:xfrm>
          <a:prstGeom prst="rect">
            <a:avLst/>
          </a:prstGeom>
          <a:noFill/>
          <a:ln>
            <a:noFill/>
          </a:ln>
        </p:spPr>
        <p:txBody>
          <a:bodyPr spcFirstLastPara="1" wrap="square" lIns="0" tIns="0" rIns="0" bIns="0" anchor="t" anchorCtr="0">
            <a:spAutoFit/>
          </a:bodyPr>
          <a:lstStyle/>
          <a:p>
            <a:pPr>
              <a:lnSpc>
                <a:spcPct val="140007"/>
              </a:lnSpc>
            </a:pPr>
            <a:r>
              <a:rPr lang="en-US" sz="3446" dirty="0">
                <a:solidFill>
                  <a:srgbClr val="00693D"/>
                </a:solidFill>
                <a:latin typeface="Anton"/>
                <a:ea typeface="Anton"/>
                <a:cs typeface="Anton"/>
                <a:sym typeface="Anton"/>
              </a:rPr>
              <a:t>DATA Principles</a:t>
            </a:r>
            <a:endParaRPr sz="1200" dirty="0">
              <a:latin typeface="Anton"/>
              <a:ea typeface="Anton"/>
              <a:cs typeface="Anton"/>
              <a:sym typeface="Anton"/>
            </a:endParaRPr>
          </a:p>
        </p:txBody>
      </p:sp>
      <p:sp>
        <p:nvSpPr>
          <p:cNvPr id="179" name="Google Shape;179;p31"/>
          <p:cNvSpPr txBox="1"/>
          <p:nvPr/>
        </p:nvSpPr>
        <p:spPr>
          <a:xfrm>
            <a:off x="922202" y="1736904"/>
            <a:ext cx="9776400" cy="2160848"/>
          </a:xfrm>
          <a:prstGeom prst="rect">
            <a:avLst/>
          </a:prstGeom>
          <a:noFill/>
          <a:ln>
            <a:noFill/>
          </a:ln>
        </p:spPr>
        <p:txBody>
          <a:bodyPr spcFirstLastPara="1" wrap="square" lIns="0" tIns="0" rIns="0" bIns="0" anchor="t" anchorCtr="0">
            <a:spAutoFit/>
          </a:bodyPr>
          <a:lstStyle/>
          <a:p>
            <a:pPr marL="673830" lvl="1" indent="-457200">
              <a:lnSpc>
                <a:spcPct val="140013"/>
              </a:lnSpc>
              <a:buClr>
                <a:srgbClr val="12312B"/>
              </a:buClr>
              <a:buSzPct val="115000"/>
              <a:buFont typeface="+mj-lt"/>
              <a:buAutoNum type="arabicPeriod"/>
            </a:pPr>
            <a:endParaRPr lang="en-US" sz="2006" dirty="0">
              <a:solidFill>
                <a:srgbClr val="12312B"/>
              </a:solidFill>
              <a:latin typeface="Archivo Medium"/>
              <a:ea typeface="Archivo Medium"/>
              <a:cs typeface="Archivo Medium"/>
              <a:sym typeface="Archivo Medium"/>
            </a:endParaRPr>
          </a:p>
          <a:p>
            <a:pPr marL="673830" lvl="1" indent="-457200">
              <a:lnSpc>
                <a:spcPct val="140013"/>
              </a:lnSpc>
              <a:buClr>
                <a:srgbClr val="12312B"/>
              </a:buClr>
              <a:buSzPct val="115000"/>
              <a:buFont typeface="+mj-lt"/>
              <a:buAutoNum type="arabicPeriod"/>
            </a:pPr>
            <a:r>
              <a:rPr lang="en-US" sz="2006" dirty="0">
                <a:solidFill>
                  <a:srgbClr val="12312B"/>
                </a:solidFill>
                <a:latin typeface="Archivo Medium"/>
                <a:ea typeface="Archivo Medium"/>
                <a:cs typeface="Archivo Medium"/>
                <a:sym typeface="Archivo Medium"/>
              </a:rPr>
              <a:t>F.A.I.R.</a:t>
            </a:r>
          </a:p>
          <a:p>
            <a:pPr marL="673830" lvl="1" indent="-457200">
              <a:lnSpc>
                <a:spcPct val="140013"/>
              </a:lnSpc>
              <a:buClr>
                <a:srgbClr val="12312B"/>
              </a:buClr>
              <a:buSzPct val="115000"/>
              <a:buFont typeface="+mj-lt"/>
              <a:buAutoNum type="arabicPeriod"/>
            </a:pPr>
            <a:r>
              <a:rPr lang="en-US" sz="2006" dirty="0">
                <a:solidFill>
                  <a:srgbClr val="12312B"/>
                </a:solidFill>
                <a:latin typeface="Archivo Medium"/>
                <a:ea typeface="Archivo Medium"/>
                <a:cs typeface="Archivo Medium"/>
                <a:sym typeface="Archivo Medium"/>
              </a:rPr>
              <a:t>C.A.R.E.</a:t>
            </a:r>
          </a:p>
          <a:p>
            <a:pPr marL="673830" lvl="1" indent="-457200">
              <a:lnSpc>
                <a:spcPct val="140013"/>
              </a:lnSpc>
              <a:buClr>
                <a:srgbClr val="12312B"/>
              </a:buClr>
              <a:buSzPct val="115000"/>
              <a:buFont typeface="+mj-lt"/>
              <a:buAutoNum type="arabicPeriod"/>
            </a:pPr>
            <a:r>
              <a:rPr lang="en-US" sz="2006" dirty="0">
                <a:solidFill>
                  <a:srgbClr val="12312B"/>
                </a:solidFill>
                <a:latin typeface="Archivo Medium"/>
                <a:ea typeface="Archivo Medium"/>
                <a:cs typeface="Archivo Medium"/>
                <a:sym typeface="Archivo Medium"/>
              </a:rPr>
              <a:t>F.A.I.R.E.S.T.</a:t>
            </a:r>
            <a:endParaRPr sz="1200" dirty="0">
              <a:latin typeface="Archivo Medium"/>
              <a:ea typeface="Archivo Medium"/>
              <a:cs typeface="Archivo Medium"/>
              <a:sym typeface="Archivo Medium"/>
            </a:endParaRPr>
          </a:p>
          <a:p>
            <a:pPr marL="457200" indent="-457200">
              <a:lnSpc>
                <a:spcPct val="140013"/>
              </a:lnSpc>
              <a:buSzPct val="115000"/>
              <a:buFont typeface="+mj-lt"/>
              <a:buAutoNum type="arabicPeriod"/>
            </a:pPr>
            <a:endParaRPr sz="2006" dirty="0">
              <a:solidFill>
                <a:srgbClr val="12312B"/>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6">
          <a:extLst>
            <a:ext uri="{FF2B5EF4-FFF2-40B4-BE49-F238E27FC236}">
              <a16:creationId xmlns:a16="http://schemas.microsoft.com/office/drawing/2014/main" id="{292B1FE7-2414-4B31-9D90-0A225C26503A}"/>
            </a:ext>
          </a:extLst>
        </p:cNvPr>
        <p:cNvGrpSpPr/>
        <p:nvPr/>
      </p:nvGrpSpPr>
      <p:grpSpPr>
        <a:xfrm>
          <a:off x="0" y="0"/>
          <a:ext cx="0" cy="0"/>
          <a:chOff x="0" y="0"/>
          <a:chExt cx="0" cy="0"/>
        </a:xfrm>
      </p:grpSpPr>
      <p:sp>
        <p:nvSpPr>
          <p:cNvPr id="178" name="Google Shape;178;p31">
            <a:extLst>
              <a:ext uri="{FF2B5EF4-FFF2-40B4-BE49-F238E27FC236}">
                <a16:creationId xmlns:a16="http://schemas.microsoft.com/office/drawing/2014/main" id="{0D64DAFA-ECFB-0E4F-AA57-77458AE2FDEF}"/>
              </a:ext>
            </a:extLst>
          </p:cNvPr>
          <p:cNvSpPr txBox="1"/>
          <p:nvPr/>
        </p:nvSpPr>
        <p:spPr>
          <a:xfrm>
            <a:off x="922202" y="1157695"/>
            <a:ext cx="6097800" cy="742383"/>
          </a:xfrm>
          <a:prstGeom prst="rect">
            <a:avLst/>
          </a:prstGeom>
          <a:noFill/>
          <a:ln>
            <a:noFill/>
          </a:ln>
        </p:spPr>
        <p:txBody>
          <a:bodyPr spcFirstLastPara="1" wrap="square" lIns="0" tIns="0" rIns="0" bIns="0" anchor="t" anchorCtr="0">
            <a:spAutoFit/>
          </a:bodyPr>
          <a:lstStyle/>
          <a:p>
            <a:pPr>
              <a:lnSpc>
                <a:spcPct val="140007"/>
              </a:lnSpc>
            </a:pPr>
            <a:r>
              <a:rPr lang="en-US" sz="3446" dirty="0">
                <a:solidFill>
                  <a:srgbClr val="00693D"/>
                </a:solidFill>
                <a:latin typeface="Anton"/>
                <a:ea typeface="Anton"/>
                <a:cs typeface="Anton"/>
                <a:sym typeface="Anton"/>
              </a:rPr>
              <a:t>FAIREST + CARE</a:t>
            </a:r>
            <a:endParaRPr sz="1200" dirty="0">
              <a:latin typeface="Anton"/>
              <a:ea typeface="Anton"/>
              <a:cs typeface="Anton"/>
              <a:sym typeface="Anton"/>
            </a:endParaRPr>
          </a:p>
        </p:txBody>
      </p:sp>
      <p:sp>
        <p:nvSpPr>
          <p:cNvPr id="179" name="Google Shape;179;p31">
            <a:extLst>
              <a:ext uri="{FF2B5EF4-FFF2-40B4-BE49-F238E27FC236}">
                <a16:creationId xmlns:a16="http://schemas.microsoft.com/office/drawing/2014/main" id="{FBD40D03-E1B3-8DD1-8B71-A57A24B43F49}"/>
              </a:ext>
            </a:extLst>
          </p:cNvPr>
          <p:cNvSpPr txBox="1"/>
          <p:nvPr/>
        </p:nvSpPr>
        <p:spPr>
          <a:xfrm>
            <a:off x="922202" y="1736904"/>
            <a:ext cx="2497273" cy="4465325"/>
          </a:xfrm>
          <a:prstGeom prst="rect">
            <a:avLst/>
          </a:prstGeom>
          <a:noFill/>
          <a:ln>
            <a:noFill/>
          </a:ln>
        </p:spPr>
        <p:txBody>
          <a:bodyPr spcFirstLastPara="1" wrap="square" lIns="0" tIns="0" rIns="0" bIns="0" anchor="t" anchorCtr="0">
            <a:spAutoFit/>
          </a:bodyPr>
          <a:lstStyle/>
          <a:p>
            <a:pPr marL="433260" lvl="1" indent="-216630">
              <a:lnSpc>
                <a:spcPct val="140013"/>
              </a:lnSpc>
              <a:buClr>
                <a:srgbClr val="12312B"/>
              </a:buClr>
              <a:buSzPts val="3009"/>
              <a:buFont typeface="Archivo Medium"/>
              <a:buChar char="•"/>
            </a:pPr>
            <a:endParaRPr lang="en-US" sz="2006" dirty="0">
              <a:solidFill>
                <a:srgbClr val="12312B"/>
              </a:solidFill>
              <a:latin typeface="Archivo Medium"/>
              <a:ea typeface="Archivo Medium"/>
              <a:cs typeface="Archivo Medium"/>
              <a:sym typeface="Archivo Medium"/>
            </a:endParaRPr>
          </a:p>
          <a:p>
            <a:pPr lvl="0" fontAlgn="base"/>
            <a:r>
              <a:rPr lang="en-US" b="1" dirty="0"/>
              <a:t>F</a:t>
            </a:r>
            <a:r>
              <a:rPr lang="en-US" dirty="0"/>
              <a:t>indable</a:t>
            </a:r>
            <a:endParaRPr lang="en-US" b="1" dirty="0"/>
          </a:p>
          <a:p>
            <a:pPr lvl="0" fontAlgn="base"/>
            <a:r>
              <a:rPr lang="en-US" b="1" dirty="0"/>
              <a:t>A</a:t>
            </a:r>
            <a:r>
              <a:rPr lang="en-US" dirty="0"/>
              <a:t>ccessible</a:t>
            </a:r>
            <a:endParaRPr lang="en-US" b="1" dirty="0"/>
          </a:p>
          <a:p>
            <a:pPr lvl="0" fontAlgn="base"/>
            <a:r>
              <a:rPr lang="en-US" b="1" dirty="0"/>
              <a:t>I</a:t>
            </a:r>
            <a:r>
              <a:rPr lang="en-US" dirty="0"/>
              <a:t>nteroperable</a:t>
            </a:r>
            <a:endParaRPr lang="en-US" b="1" dirty="0"/>
          </a:p>
          <a:p>
            <a:pPr lvl="0" fontAlgn="base"/>
            <a:r>
              <a:rPr lang="en-US" b="1" dirty="0"/>
              <a:t>R</a:t>
            </a:r>
            <a:r>
              <a:rPr lang="en-US" dirty="0"/>
              <a:t>eusable</a:t>
            </a:r>
            <a:endParaRPr lang="en-US" b="1" dirty="0"/>
          </a:p>
          <a:p>
            <a:pPr lvl="0" fontAlgn="base"/>
            <a:r>
              <a:rPr lang="en-US" b="1" dirty="0"/>
              <a:t>E</a:t>
            </a:r>
            <a:r>
              <a:rPr lang="en-US" dirty="0"/>
              <a:t>thics</a:t>
            </a:r>
            <a:endParaRPr lang="en-US" b="1" dirty="0"/>
          </a:p>
          <a:p>
            <a:pPr lvl="0" fontAlgn="base"/>
            <a:r>
              <a:rPr lang="en-US" b="1" dirty="0"/>
              <a:t>S</a:t>
            </a:r>
            <a:r>
              <a:rPr lang="en-US" dirty="0"/>
              <a:t>ource</a:t>
            </a:r>
            <a:endParaRPr lang="en-US" b="1" dirty="0"/>
          </a:p>
          <a:p>
            <a:pPr lvl="0" fontAlgn="base"/>
            <a:r>
              <a:rPr lang="en-US" b="1" dirty="0"/>
              <a:t>T</a:t>
            </a:r>
            <a:r>
              <a:rPr lang="en-US" dirty="0"/>
              <a:t>rust</a:t>
            </a:r>
            <a:endParaRPr lang="en-US" b="1" dirty="0"/>
          </a:p>
          <a:p>
            <a:pPr lvl="0" fontAlgn="base"/>
            <a:br>
              <a:rPr lang="en-US" dirty="0"/>
            </a:br>
            <a:endParaRPr lang="en-US" b="1" dirty="0"/>
          </a:p>
          <a:p>
            <a:pPr lvl="0" fontAlgn="base"/>
            <a:r>
              <a:rPr lang="en-US" b="1" dirty="0"/>
              <a:t>C</a:t>
            </a:r>
            <a:r>
              <a:rPr lang="en-US" dirty="0"/>
              <a:t>ollective Benefit</a:t>
            </a:r>
            <a:endParaRPr lang="en-US" b="1" dirty="0"/>
          </a:p>
          <a:p>
            <a:pPr lvl="0" fontAlgn="base"/>
            <a:r>
              <a:rPr lang="en-US" b="1" dirty="0"/>
              <a:t>A</a:t>
            </a:r>
            <a:r>
              <a:rPr lang="en-US" dirty="0"/>
              <a:t>uthority to Control</a:t>
            </a:r>
            <a:endParaRPr lang="en-US" b="1" dirty="0"/>
          </a:p>
          <a:p>
            <a:pPr lvl="0" fontAlgn="base"/>
            <a:r>
              <a:rPr lang="en-US" b="1" dirty="0"/>
              <a:t>R</a:t>
            </a:r>
            <a:r>
              <a:rPr lang="en-US" dirty="0"/>
              <a:t>esponsibility</a:t>
            </a:r>
            <a:endParaRPr lang="en-US" b="1" dirty="0"/>
          </a:p>
          <a:p>
            <a:pPr lvl="0" fontAlgn="base"/>
            <a:r>
              <a:rPr lang="en-US" b="1" dirty="0"/>
              <a:t>E</a:t>
            </a:r>
            <a:r>
              <a:rPr lang="en-US" dirty="0"/>
              <a:t>thics</a:t>
            </a:r>
            <a:endParaRPr lang="en-US" b="1" dirty="0"/>
          </a:p>
          <a:p>
            <a:pPr marL="433260" lvl="1" indent="-216630">
              <a:lnSpc>
                <a:spcPct val="140013"/>
              </a:lnSpc>
              <a:buClr>
                <a:srgbClr val="12312B"/>
              </a:buClr>
              <a:buSzPts val="3009"/>
              <a:buFont typeface="Archivo Medium"/>
              <a:buChar char="•"/>
            </a:pPr>
            <a:endParaRPr lang="en-US" sz="2006" dirty="0">
              <a:solidFill>
                <a:srgbClr val="12312B"/>
              </a:solidFill>
              <a:latin typeface="Archivo Medium"/>
              <a:sym typeface="Archivo Medium"/>
            </a:endParaRPr>
          </a:p>
        </p:txBody>
      </p:sp>
      <p:sp>
        <p:nvSpPr>
          <p:cNvPr id="3" name="TextBox 2">
            <a:extLst>
              <a:ext uri="{FF2B5EF4-FFF2-40B4-BE49-F238E27FC236}">
                <a16:creationId xmlns:a16="http://schemas.microsoft.com/office/drawing/2014/main" id="{51C71B20-46FE-0564-1C9C-1435490547DD}"/>
              </a:ext>
            </a:extLst>
          </p:cNvPr>
          <p:cNvSpPr txBox="1"/>
          <p:nvPr/>
        </p:nvSpPr>
        <p:spPr>
          <a:xfrm>
            <a:off x="5524500" y="1381125"/>
            <a:ext cx="5200650" cy="1477328"/>
          </a:xfrm>
          <a:prstGeom prst="rect">
            <a:avLst/>
          </a:prstGeom>
          <a:noFill/>
        </p:spPr>
        <p:txBody>
          <a:bodyPr wrap="square" rtlCol="0">
            <a:spAutoFit/>
          </a:bodyPr>
          <a:lstStyle/>
          <a:p>
            <a:r>
              <a:rPr lang="en-US" b="1" dirty="0"/>
              <a:t>BRAINSTORM</a:t>
            </a:r>
          </a:p>
          <a:p>
            <a:r>
              <a:rPr lang="en-US" dirty="0"/>
              <a:t>Take a few minutes to map these data principles to your research workflow diagram. Jot down specific and feasible ways you could better accomplish these objectives.</a:t>
            </a:r>
          </a:p>
        </p:txBody>
      </p:sp>
    </p:spTree>
    <p:extLst>
      <p:ext uri="{BB962C8B-B14F-4D97-AF65-F5344CB8AC3E}">
        <p14:creationId xmlns:p14="http://schemas.microsoft.com/office/powerpoint/2010/main" val="3996846082"/>
      </p:ext>
    </p:extLst>
  </p:cSld>
  <p:clrMapOvr>
    <a:masterClrMapping/>
  </p:clrMapOvr>
  <p:extLst>
    <p:ext uri="{6950BFC3-D8DA-4A85-94F7-54DA5524770B}">
      <p188:commentRel xmlns:p188="http://schemas.microsoft.com/office/powerpoint/2018/8/main" r:id="rId3"/>
    </p:ext>
  </p:extLs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6">
          <a:extLst>
            <a:ext uri="{FF2B5EF4-FFF2-40B4-BE49-F238E27FC236}">
              <a16:creationId xmlns:a16="http://schemas.microsoft.com/office/drawing/2014/main" id="{480EE501-37B6-51E9-0CA4-E6C5DA5D9F08}"/>
            </a:ext>
          </a:extLst>
        </p:cNvPr>
        <p:cNvGrpSpPr/>
        <p:nvPr/>
      </p:nvGrpSpPr>
      <p:grpSpPr>
        <a:xfrm>
          <a:off x="0" y="0"/>
          <a:ext cx="0" cy="0"/>
          <a:chOff x="0" y="0"/>
          <a:chExt cx="0" cy="0"/>
        </a:xfrm>
      </p:grpSpPr>
      <p:sp>
        <p:nvSpPr>
          <p:cNvPr id="178" name="Google Shape;178;p31">
            <a:extLst>
              <a:ext uri="{FF2B5EF4-FFF2-40B4-BE49-F238E27FC236}">
                <a16:creationId xmlns:a16="http://schemas.microsoft.com/office/drawing/2014/main" id="{03F20B95-E846-06B9-CE49-7798FC43D69F}"/>
              </a:ext>
            </a:extLst>
          </p:cNvPr>
          <p:cNvSpPr txBox="1"/>
          <p:nvPr/>
        </p:nvSpPr>
        <p:spPr>
          <a:xfrm>
            <a:off x="922201" y="1157695"/>
            <a:ext cx="9711602" cy="742383"/>
          </a:xfrm>
          <a:prstGeom prst="rect">
            <a:avLst/>
          </a:prstGeom>
          <a:noFill/>
          <a:ln>
            <a:noFill/>
          </a:ln>
        </p:spPr>
        <p:txBody>
          <a:bodyPr spcFirstLastPara="1" wrap="square" lIns="0" tIns="0" rIns="0" bIns="0" anchor="t" anchorCtr="0">
            <a:spAutoFit/>
          </a:bodyPr>
          <a:lstStyle/>
          <a:p>
            <a:pPr>
              <a:lnSpc>
                <a:spcPct val="140007"/>
              </a:lnSpc>
            </a:pPr>
            <a:r>
              <a:rPr lang="en-US" sz="3446" dirty="0">
                <a:solidFill>
                  <a:srgbClr val="00693D"/>
                </a:solidFill>
                <a:latin typeface="Anton"/>
                <a:ea typeface="Anton"/>
                <a:cs typeface="Anton"/>
                <a:sym typeface="Anton"/>
              </a:rPr>
              <a:t>2. C.A.R.E.</a:t>
            </a:r>
            <a:endParaRPr lang="en-US" sz="1200" dirty="0">
              <a:latin typeface="Anton"/>
              <a:ea typeface="Anton"/>
              <a:cs typeface="Anton"/>
              <a:sym typeface="Anton"/>
            </a:endParaRPr>
          </a:p>
        </p:txBody>
      </p:sp>
      <p:sp>
        <p:nvSpPr>
          <p:cNvPr id="179" name="Google Shape;179;p31">
            <a:extLst>
              <a:ext uri="{FF2B5EF4-FFF2-40B4-BE49-F238E27FC236}">
                <a16:creationId xmlns:a16="http://schemas.microsoft.com/office/drawing/2014/main" id="{A8636ECF-77C7-33A1-B230-7AE454C3B34B}"/>
              </a:ext>
            </a:extLst>
          </p:cNvPr>
          <p:cNvSpPr txBox="1"/>
          <p:nvPr/>
        </p:nvSpPr>
        <p:spPr>
          <a:xfrm>
            <a:off x="922202" y="1736904"/>
            <a:ext cx="9776400" cy="1728678"/>
          </a:xfrm>
          <a:prstGeom prst="rect">
            <a:avLst/>
          </a:prstGeom>
          <a:noFill/>
          <a:ln>
            <a:noFill/>
          </a:ln>
        </p:spPr>
        <p:txBody>
          <a:bodyPr spcFirstLastPara="1" wrap="square" lIns="0" tIns="0" rIns="0" bIns="0" anchor="t" anchorCtr="0">
            <a:spAutoFit/>
          </a:bodyPr>
          <a:lstStyle/>
          <a:p>
            <a:pPr marL="433260" lvl="1" indent="-216630">
              <a:lnSpc>
                <a:spcPct val="140013"/>
              </a:lnSpc>
              <a:buClr>
                <a:srgbClr val="12312B"/>
              </a:buClr>
              <a:buSzPts val="3009"/>
              <a:buFont typeface="Archivo Medium"/>
              <a:buChar char="•"/>
            </a:pPr>
            <a:endParaRPr lang="en-US" sz="2006" dirty="0">
              <a:solidFill>
                <a:srgbClr val="12312B"/>
              </a:solidFill>
              <a:latin typeface="Archivo Medium"/>
              <a:ea typeface="Archivo Medium"/>
              <a:cs typeface="Archivo Medium"/>
              <a:sym typeface="Archivo Medium"/>
            </a:endParaRPr>
          </a:p>
          <a:p>
            <a:pPr marL="433260" lvl="1" indent="-216630">
              <a:lnSpc>
                <a:spcPct val="140013"/>
              </a:lnSpc>
              <a:buClr>
                <a:srgbClr val="12312B"/>
              </a:buClr>
              <a:buSzPts val="3009"/>
              <a:buFont typeface="Archivo Medium"/>
              <a:buChar char="•"/>
            </a:pPr>
            <a:endParaRPr lang="en-US" sz="2006" dirty="0">
              <a:solidFill>
                <a:srgbClr val="12312B"/>
              </a:solidFill>
              <a:latin typeface="Archivo Medium"/>
              <a:ea typeface="Archivo Medium"/>
              <a:cs typeface="Archivo Medium"/>
              <a:sym typeface="Archivo Medium"/>
            </a:endParaRPr>
          </a:p>
          <a:p>
            <a:pPr marL="433260" lvl="1" indent="-216630">
              <a:lnSpc>
                <a:spcPct val="140013"/>
              </a:lnSpc>
              <a:buClr>
                <a:srgbClr val="12312B"/>
              </a:buClr>
              <a:buSzPts val="3009"/>
              <a:buFont typeface="Archivo Medium"/>
              <a:buChar char="•"/>
            </a:pPr>
            <a:endParaRPr lang="en-US" sz="2006" dirty="0">
              <a:solidFill>
                <a:srgbClr val="12312B"/>
              </a:solidFill>
              <a:highlight>
                <a:srgbClr val="FFFF00"/>
              </a:highlight>
              <a:latin typeface="Archivo Medium"/>
              <a:sym typeface="Archivo Medium"/>
            </a:endParaRPr>
          </a:p>
          <a:p>
            <a:pPr marL="433260" lvl="1" indent="-216630">
              <a:lnSpc>
                <a:spcPct val="140013"/>
              </a:lnSpc>
              <a:buClr>
                <a:srgbClr val="12312B"/>
              </a:buClr>
              <a:buSzPts val="3009"/>
              <a:buFont typeface="Archivo Medium"/>
              <a:buChar char="•"/>
            </a:pPr>
            <a:endParaRPr lang="en-US" sz="2006" dirty="0">
              <a:solidFill>
                <a:srgbClr val="12312B"/>
              </a:solidFill>
              <a:latin typeface="Archivo Medium"/>
              <a:sym typeface="Archivo Medium"/>
            </a:endParaRPr>
          </a:p>
        </p:txBody>
      </p:sp>
    </p:spTree>
    <p:extLst>
      <p:ext uri="{BB962C8B-B14F-4D97-AF65-F5344CB8AC3E}">
        <p14:creationId xmlns:p14="http://schemas.microsoft.com/office/powerpoint/2010/main" val="18215269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6">
          <a:extLst>
            <a:ext uri="{FF2B5EF4-FFF2-40B4-BE49-F238E27FC236}">
              <a16:creationId xmlns:a16="http://schemas.microsoft.com/office/drawing/2014/main" id="{6F6C0FD7-DD6A-0675-5276-83D16F13BCBF}"/>
            </a:ext>
          </a:extLst>
        </p:cNvPr>
        <p:cNvGrpSpPr/>
        <p:nvPr/>
      </p:nvGrpSpPr>
      <p:grpSpPr>
        <a:xfrm>
          <a:off x="0" y="0"/>
          <a:ext cx="0" cy="0"/>
          <a:chOff x="0" y="0"/>
          <a:chExt cx="0" cy="0"/>
        </a:xfrm>
      </p:grpSpPr>
      <p:sp>
        <p:nvSpPr>
          <p:cNvPr id="178" name="Google Shape;178;p31">
            <a:extLst>
              <a:ext uri="{FF2B5EF4-FFF2-40B4-BE49-F238E27FC236}">
                <a16:creationId xmlns:a16="http://schemas.microsoft.com/office/drawing/2014/main" id="{2D2DC38A-F4DF-63C7-2018-3ECA79192E7E}"/>
              </a:ext>
            </a:extLst>
          </p:cNvPr>
          <p:cNvSpPr txBox="1"/>
          <p:nvPr/>
        </p:nvSpPr>
        <p:spPr>
          <a:xfrm>
            <a:off x="922202" y="1157695"/>
            <a:ext cx="6097800" cy="742383"/>
          </a:xfrm>
          <a:prstGeom prst="rect">
            <a:avLst/>
          </a:prstGeom>
          <a:noFill/>
          <a:ln>
            <a:noFill/>
          </a:ln>
        </p:spPr>
        <p:txBody>
          <a:bodyPr spcFirstLastPara="1" wrap="square" lIns="0" tIns="0" rIns="0" bIns="0" anchor="t" anchorCtr="0">
            <a:spAutoFit/>
          </a:bodyPr>
          <a:lstStyle/>
          <a:p>
            <a:pPr>
              <a:lnSpc>
                <a:spcPct val="140007"/>
              </a:lnSpc>
            </a:pPr>
            <a:r>
              <a:rPr lang="en-US" sz="3446" dirty="0">
                <a:solidFill>
                  <a:srgbClr val="00693D"/>
                </a:solidFill>
                <a:latin typeface="Anton"/>
                <a:ea typeface="Anton"/>
                <a:cs typeface="Anton"/>
                <a:sym typeface="Anton"/>
              </a:rPr>
              <a:t>3. F.A.I.R.E.S.T.</a:t>
            </a:r>
          </a:p>
        </p:txBody>
      </p:sp>
    </p:spTree>
    <p:extLst>
      <p:ext uri="{BB962C8B-B14F-4D97-AF65-F5344CB8AC3E}">
        <p14:creationId xmlns:p14="http://schemas.microsoft.com/office/powerpoint/2010/main" val="24018934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6">
          <a:extLst>
            <a:ext uri="{FF2B5EF4-FFF2-40B4-BE49-F238E27FC236}">
              <a16:creationId xmlns:a16="http://schemas.microsoft.com/office/drawing/2014/main" id="{6BCE619E-87C8-FB7D-3570-35FD954E2CA5}"/>
            </a:ext>
          </a:extLst>
        </p:cNvPr>
        <p:cNvGrpSpPr/>
        <p:nvPr/>
      </p:nvGrpSpPr>
      <p:grpSpPr>
        <a:xfrm>
          <a:off x="0" y="0"/>
          <a:ext cx="0" cy="0"/>
          <a:chOff x="0" y="0"/>
          <a:chExt cx="0" cy="0"/>
        </a:xfrm>
      </p:grpSpPr>
      <p:sp>
        <p:nvSpPr>
          <p:cNvPr id="178" name="Google Shape;178;p31">
            <a:extLst>
              <a:ext uri="{FF2B5EF4-FFF2-40B4-BE49-F238E27FC236}">
                <a16:creationId xmlns:a16="http://schemas.microsoft.com/office/drawing/2014/main" id="{DACC6461-A2B8-2677-D64B-86EA301EB140}"/>
              </a:ext>
            </a:extLst>
          </p:cNvPr>
          <p:cNvSpPr txBox="1"/>
          <p:nvPr/>
        </p:nvSpPr>
        <p:spPr>
          <a:xfrm>
            <a:off x="922202" y="1157695"/>
            <a:ext cx="6097800" cy="742383"/>
          </a:xfrm>
          <a:prstGeom prst="rect">
            <a:avLst/>
          </a:prstGeom>
          <a:noFill/>
          <a:ln>
            <a:noFill/>
          </a:ln>
        </p:spPr>
        <p:txBody>
          <a:bodyPr spcFirstLastPara="1" wrap="square" lIns="0" tIns="0" rIns="0" bIns="0" anchor="t" anchorCtr="0">
            <a:spAutoFit/>
          </a:bodyPr>
          <a:lstStyle/>
          <a:p>
            <a:pPr>
              <a:lnSpc>
                <a:spcPct val="140007"/>
              </a:lnSpc>
            </a:pPr>
            <a:r>
              <a:rPr lang="en-US" sz="3446" dirty="0">
                <a:solidFill>
                  <a:srgbClr val="00693D"/>
                </a:solidFill>
                <a:latin typeface="Anton"/>
                <a:ea typeface="Anton"/>
                <a:cs typeface="Anton"/>
                <a:sym typeface="Anton"/>
              </a:rPr>
              <a:t>2027 Dartmouth OSCARRs!</a:t>
            </a:r>
          </a:p>
        </p:txBody>
      </p:sp>
    </p:spTree>
    <p:extLst>
      <p:ext uri="{BB962C8B-B14F-4D97-AF65-F5344CB8AC3E}">
        <p14:creationId xmlns:p14="http://schemas.microsoft.com/office/powerpoint/2010/main" val="4781365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33">
          <a:extLst>
            <a:ext uri="{FF2B5EF4-FFF2-40B4-BE49-F238E27FC236}">
              <a16:creationId xmlns:a16="http://schemas.microsoft.com/office/drawing/2014/main" id="{42D62712-D572-91BC-64FB-2942DD61D8AC}"/>
            </a:ext>
          </a:extLst>
        </p:cNvPr>
        <p:cNvGrpSpPr/>
        <p:nvPr/>
      </p:nvGrpSpPr>
      <p:grpSpPr>
        <a:xfrm>
          <a:off x="0" y="0"/>
          <a:ext cx="0" cy="0"/>
          <a:chOff x="0" y="0"/>
          <a:chExt cx="0" cy="0"/>
        </a:xfrm>
      </p:grpSpPr>
      <p:sp>
        <p:nvSpPr>
          <p:cNvPr id="134" name="Google Shape;134;p25">
            <a:extLst>
              <a:ext uri="{FF2B5EF4-FFF2-40B4-BE49-F238E27FC236}">
                <a16:creationId xmlns:a16="http://schemas.microsoft.com/office/drawing/2014/main" id="{9B53AF34-5770-BB2B-8983-CD0D0E29BC78}"/>
              </a:ext>
            </a:extLst>
          </p:cNvPr>
          <p:cNvSpPr txBox="1"/>
          <p:nvPr/>
        </p:nvSpPr>
        <p:spPr>
          <a:xfrm>
            <a:off x="1417320" y="2148841"/>
            <a:ext cx="8708813" cy="738664"/>
          </a:xfrm>
          <a:prstGeom prst="rect">
            <a:avLst/>
          </a:prstGeom>
          <a:noFill/>
          <a:ln>
            <a:noFill/>
          </a:ln>
        </p:spPr>
        <p:txBody>
          <a:bodyPr spcFirstLastPara="1" wrap="square" lIns="0" tIns="0" rIns="0" bIns="0" anchor="t" anchorCtr="0">
            <a:spAutoFit/>
          </a:bodyPr>
          <a:lstStyle/>
          <a:p>
            <a:pPr defTabSz="609630">
              <a:buClr>
                <a:srgbClr val="000000"/>
              </a:buClr>
            </a:pPr>
            <a:r>
              <a:rPr lang="en-US" sz="4800" kern="0" dirty="0">
                <a:solidFill>
                  <a:srgbClr val="A5D75F"/>
                </a:solidFill>
                <a:latin typeface="Anton"/>
                <a:ea typeface="Anton"/>
                <a:cs typeface="Anton"/>
                <a:sym typeface="Anton"/>
              </a:rPr>
              <a:t>From Principles to Best Practices</a:t>
            </a:r>
            <a:endParaRPr sz="100" kern="0" dirty="0">
              <a:solidFill>
                <a:srgbClr val="A5D75F"/>
              </a:solidFill>
              <a:latin typeface="Anton"/>
              <a:ea typeface="Anton"/>
              <a:cs typeface="Anton"/>
              <a:sym typeface="Anton"/>
            </a:endParaRPr>
          </a:p>
        </p:txBody>
      </p:sp>
      <p:sp>
        <p:nvSpPr>
          <p:cNvPr id="135" name="Google Shape;135;p25">
            <a:extLst>
              <a:ext uri="{FF2B5EF4-FFF2-40B4-BE49-F238E27FC236}">
                <a16:creationId xmlns:a16="http://schemas.microsoft.com/office/drawing/2014/main" id="{6091BE68-B796-2B65-7CD9-3F1D210265B4}"/>
              </a:ext>
            </a:extLst>
          </p:cNvPr>
          <p:cNvSpPr/>
          <p:nvPr/>
        </p:nvSpPr>
        <p:spPr>
          <a:xfrm>
            <a:off x="1093720" y="3626169"/>
            <a:ext cx="8592147" cy="780393"/>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pPr defTabSz="609630">
              <a:buClr>
                <a:srgbClr val="000000"/>
              </a:buClr>
            </a:pPr>
            <a:endParaRPr lang="en-US" sz="933" kern="0">
              <a:solidFill>
                <a:srgbClr val="000000"/>
              </a:solidFill>
              <a:latin typeface="Arial"/>
              <a:cs typeface="Arial"/>
              <a:sym typeface="Arial"/>
            </a:endParaRPr>
          </a:p>
        </p:txBody>
      </p:sp>
    </p:spTree>
    <p:extLst>
      <p:ext uri="{BB962C8B-B14F-4D97-AF65-F5344CB8AC3E}">
        <p14:creationId xmlns:p14="http://schemas.microsoft.com/office/powerpoint/2010/main" val="3623286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6">
          <a:extLst>
            <a:ext uri="{FF2B5EF4-FFF2-40B4-BE49-F238E27FC236}">
              <a16:creationId xmlns:a16="http://schemas.microsoft.com/office/drawing/2014/main" id="{A349D701-D1D3-DA90-F00E-1EA792F21622}"/>
            </a:ext>
          </a:extLst>
        </p:cNvPr>
        <p:cNvGrpSpPr/>
        <p:nvPr/>
      </p:nvGrpSpPr>
      <p:grpSpPr>
        <a:xfrm>
          <a:off x="0" y="0"/>
          <a:ext cx="0" cy="0"/>
          <a:chOff x="0" y="0"/>
          <a:chExt cx="0" cy="0"/>
        </a:xfrm>
      </p:grpSpPr>
      <p:sp>
        <p:nvSpPr>
          <p:cNvPr id="178" name="Google Shape;178;p31">
            <a:extLst>
              <a:ext uri="{FF2B5EF4-FFF2-40B4-BE49-F238E27FC236}">
                <a16:creationId xmlns:a16="http://schemas.microsoft.com/office/drawing/2014/main" id="{AD6CAA9C-342B-838B-B8F1-3287EFE32134}"/>
              </a:ext>
            </a:extLst>
          </p:cNvPr>
          <p:cNvSpPr txBox="1"/>
          <p:nvPr/>
        </p:nvSpPr>
        <p:spPr>
          <a:xfrm>
            <a:off x="922202" y="1157695"/>
            <a:ext cx="6097800" cy="742383"/>
          </a:xfrm>
          <a:prstGeom prst="rect">
            <a:avLst/>
          </a:prstGeom>
          <a:noFill/>
          <a:ln>
            <a:noFill/>
          </a:ln>
        </p:spPr>
        <p:txBody>
          <a:bodyPr spcFirstLastPara="1" wrap="square" lIns="0" tIns="0" rIns="0" bIns="0" anchor="t" anchorCtr="0">
            <a:spAutoFit/>
          </a:bodyPr>
          <a:lstStyle/>
          <a:p>
            <a:pPr>
              <a:lnSpc>
                <a:spcPct val="140007"/>
              </a:lnSpc>
            </a:pPr>
            <a:r>
              <a:rPr lang="en-US" sz="3446" dirty="0">
                <a:solidFill>
                  <a:srgbClr val="00693D"/>
                </a:solidFill>
                <a:latin typeface="Anton"/>
                <a:ea typeface="Anton"/>
                <a:cs typeface="Anton"/>
                <a:sym typeface="Anton"/>
              </a:rPr>
              <a:t>Best Practices – Groups??</a:t>
            </a:r>
          </a:p>
        </p:txBody>
      </p:sp>
    </p:spTree>
    <p:extLst>
      <p:ext uri="{BB962C8B-B14F-4D97-AF65-F5344CB8AC3E}">
        <p14:creationId xmlns:p14="http://schemas.microsoft.com/office/powerpoint/2010/main" val="20476685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57">
          <a:extLst>
            <a:ext uri="{FF2B5EF4-FFF2-40B4-BE49-F238E27FC236}">
              <a16:creationId xmlns:a16="http://schemas.microsoft.com/office/drawing/2014/main" id="{28155999-9215-61E9-8400-F7DAEA4CB35D}"/>
            </a:ext>
          </a:extLst>
        </p:cNvPr>
        <p:cNvGrpSpPr/>
        <p:nvPr/>
      </p:nvGrpSpPr>
      <p:grpSpPr>
        <a:xfrm>
          <a:off x="0" y="0"/>
          <a:ext cx="0" cy="0"/>
          <a:chOff x="0" y="0"/>
          <a:chExt cx="0" cy="0"/>
        </a:xfrm>
      </p:grpSpPr>
      <p:sp>
        <p:nvSpPr>
          <p:cNvPr id="158" name="Google Shape;158;p19">
            <a:extLst>
              <a:ext uri="{FF2B5EF4-FFF2-40B4-BE49-F238E27FC236}">
                <a16:creationId xmlns:a16="http://schemas.microsoft.com/office/drawing/2014/main" id="{13F6EAB8-9A12-C939-FE86-D9C6BDEE87DC}"/>
              </a:ext>
            </a:extLst>
          </p:cNvPr>
          <p:cNvSpPr txBox="1">
            <a:spLocks noGrp="1"/>
          </p:cNvSpPr>
          <p:nvPr>
            <p:ph type="title"/>
          </p:nvPr>
        </p:nvSpPr>
        <p:spPr>
          <a:xfrm>
            <a:off x="2329800" y="1709750"/>
            <a:ext cx="9017400" cy="2852700"/>
          </a:xfrm>
          <a:prstGeom prst="rect">
            <a:avLst/>
          </a:prstGeom>
          <a:noFill/>
          <a:ln>
            <a:noFill/>
          </a:ln>
        </p:spPr>
        <p:txBody>
          <a:bodyPr spcFirstLastPara="1" wrap="square" lIns="91425" tIns="45700" rIns="91425" bIns="45700" anchor="b" anchorCtr="0">
            <a:noAutofit/>
          </a:bodyPr>
          <a:lstStyle/>
          <a:p>
            <a:pPr marL="0" lvl="0" indent="0" algn="l" rtl="0">
              <a:lnSpc>
                <a:spcPct val="90000"/>
              </a:lnSpc>
              <a:spcBef>
                <a:spcPts val="0"/>
              </a:spcBef>
              <a:spcAft>
                <a:spcPts val="0"/>
              </a:spcAft>
              <a:buClr>
                <a:schemeClr val="dk1"/>
              </a:buClr>
              <a:buSzPts val="6000"/>
              <a:buFont typeface="Arial"/>
              <a:buNone/>
            </a:pPr>
            <a:endParaRPr b="0" dirty="0"/>
          </a:p>
        </p:txBody>
      </p:sp>
      <p:sp>
        <p:nvSpPr>
          <p:cNvPr id="3" name="Rounded Rectangle 2">
            <a:extLst>
              <a:ext uri="{FF2B5EF4-FFF2-40B4-BE49-F238E27FC236}">
                <a16:creationId xmlns:a16="http://schemas.microsoft.com/office/drawing/2014/main" id="{D45C2A0D-F3E9-1B01-9DF7-3C7D4261B6CC}"/>
              </a:ext>
            </a:extLst>
          </p:cNvPr>
          <p:cNvSpPr/>
          <p:nvPr/>
        </p:nvSpPr>
        <p:spPr>
          <a:xfrm>
            <a:off x="2329800" y="1059666"/>
            <a:ext cx="9369897" cy="4354036"/>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How can you adapt the lessons of this workshop to your own field &amp; research?</a:t>
            </a:r>
          </a:p>
        </p:txBody>
      </p:sp>
    </p:spTree>
    <p:extLst>
      <p:ext uri="{BB962C8B-B14F-4D97-AF65-F5344CB8AC3E}">
        <p14:creationId xmlns:p14="http://schemas.microsoft.com/office/powerpoint/2010/main" val="6203799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33">
          <a:extLst>
            <a:ext uri="{FF2B5EF4-FFF2-40B4-BE49-F238E27FC236}">
              <a16:creationId xmlns:a16="http://schemas.microsoft.com/office/drawing/2014/main" id="{0B04A349-5D61-5BDE-E6A0-EB092C811CA7}"/>
            </a:ext>
          </a:extLst>
        </p:cNvPr>
        <p:cNvGrpSpPr/>
        <p:nvPr/>
      </p:nvGrpSpPr>
      <p:grpSpPr>
        <a:xfrm>
          <a:off x="0" y="0"/>
          <a:ext cx="0" cy="0"/>
          <a:chOff x="0" y="0"/>
          <a:chExt cx="0" cy="0"/>
        </a:xfrm>
      </p:grpSpPr>
      <p:sp>
        <p:nvSpPr>
          <p:cNvPr id="134" name="Google Shape;134;p25">
            <a:extLst>
              <a:ext uri="{FF2B5EF4-FFF2-40B4-BE49-F238E27FC236}">
                <a16:creationId xmlns:a16="http://schemas.microsoft.com/office/drawing/2014/main" id="{85B25A89-F346-D398-0060-52FFCD5F0EFF}"/>
              </a:ext>
            </a:extLst>
          </p:cNvPr>
          <p:cNvSpPr txBox="1"/>
          <p:nvPr/>
        </p:nvSpPr>
        <p:spPr>
          <a:xfrm>
            <a:off x="1417320" y="2148841"/>
            <a:ext cx="9930384" cy="738664"/>
          </a:xfrm>
          <a:prstGeom prst="rect">
            <a:avLst/>
          </a:prstGeom>
          <a:noFill/>
          <a:ln>
            <a:noFill/>
          </a:ln>
        </p:spPr>
        <p:txBody>
          <a:bodyPr spcFirstLastPara="1" wrap="square" lIns="0" tIns="0" rIns="0" bIns="0" anchor="t" anchorCtr="0">
            <a:spAutoFit/>
          </a:bodyPr>
          <a:lstStyle/>
          <a:p>
            <a:pPr defTabSz="609630">
              <a:buClr>
                <a:srgbClr val="000000"/>
              </a:buClr>
            </a:pPr>
            <a:r>
              <a:rPr lang="en-US" sz="4800" kern="0" dirty="0">
                <a:solidFill>
                  <a:srgbClr val="A5D75F"/>
                </a:solidFill>
                <a:latin typeface="Anton"/>
                <a:ea typeface="Anton"/>
                <a:cs typeface="Anton"/>
                <a:sym typeface="Anton"/>
              </a:rPr>
              <a:t>Computational Research Help</a:t>
            </a:r>
            <a:endParaRPr lang="en-US" sz="100" kern="0" dirty="0">
              <a:solidFill>
                <a:srgbClr val="A5D75F"/>
              </a:solidFill>
              <a:latin typeface="Anton"/>
              <a:ea typeface="Anton"/>
              <a:cs typeface="Anton"/>
              <a:sym typeface="Anton"/>
            </a:endParaRPr>
          </a:p>
        </p:txBody>
      </p:sp>
      <p:sp>
        <p:nvSpPr>
          <p:cNvPr id="135" name="Google Shape;135;p25">
            <a:extLst>
              <a:ext uri="{FF2B5EF4-FFF2-40B4-BE49-F238E27FC236}">
                <a16:creationId xmlns:a16="http://schemas.microsoft.com/office/drawing/2014/main" id="{AC5C7CE0-5597-3ED7-365F-71AE9C960DA4}"/>
              </a:ext>
            </a:extLst>
          </p:cNvPr>
          <p:cNvSpPr/>
          <p:nvPr/>
        </p:nvSpPr>
        <p:spPr>
          <a:xfrm>
            <a:off x="892384" y="3571208"/>
            <a:ext cx="9618983" cy="780393"/>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pPr defTabSz="609630">
              <a:buClr>
                <a:srgbClr val="000000"/>
              </a:buClr>
            </a:pPr>
            <a:endParaRPr lang="en-US" sz="933" kern="0" dirty="0">
              <a:solidFill>
                <a:srgbClr val="000000"/>
              </a:solidFill>
              <a:latin typeface="Arial"/>
              <a:cs typeface="Arial"/>
              <a:sym typeface="Arial"/>
            </a:endParaRPr>
          </a:p>
        </p:txBody>
      </p:sp>
    </p:spTree>
    <p:extLst>
      <p:ext uri="{BB962C8B-B14F-4D97-AF65-F5344CB8AC3E}">
        <p14:creationId xmlns:p14="http://schemas.microsoft.com/office/powerpoint/2010/main" val="6770436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DLVI theme 1">
  <a:themeElements>
    <a:clrScheme name="Office">
      <a:dk1>
        <a:srgbClr val="12312B"/>
      </a:dk1>
      <a:lt1>
        <a:srgbClr val="FFFFFF"/>
      </a:lt1>
      <a:dk2>
        <a:srgbClr val="00693D"/>
      </a:dk2>
      <a:lt2>
        <a:srgbClr val="000000"/>
      </a:lt2>
      <a:accent1>
        <a:srgbClr val="A5D75F"/>
      </a:accent1>
      <a:accent2>
        <a:srgbClr val="00693D"/>
      </a:accent2>
      <a:accent3>
        <a:srgbClr val="12312B"/>
      </a:accent3>
      <a:accent4>
        <a:srgbClr val="C3E7FF"/>
      </a:accent4>
      <a:accent5>
        <a:srgbClr val="F5DC69"/>
      </a:accent5>
      <a:accent6>
        <a:srgbClr val="FFFFFF"/>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2175</TotalTime>
  <Words>505</Words>
  <Application>Microsoft Office PowerPoint</Application>
  <PresentationFormat>Widescreen</PresentationFormat>
  <Paragraphs>65</Paragraphs>
  <Slides>22</Slides>
  <Notes>19</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22</vt:i4>
      </vt:variant>
    </vt:vector>
  </HeadingPairs>
  <TitlesOfParts>
    <vt:vector size="34" baseType="lpstr">
      <vt:lpstr>Alegreya</vt:lpstr>
      <vt:lpstr>Anton</vt:lpstr>
      <vt:lpstr>Aptos</vt:lpstr>
      <vt:lpstr>Aptos Display</vt:lpstr>
      <vt:lpstr>Archivo</vt:lpstr>
      <vt:lpstr>Archivo ExtraBold</vt:lpstr>
      <vt:lpstr>Archivo Medium</vt:lpstr>
      <vt:lpstr>Archivo SemiBold</vt:lpstr>
      <vt:lpstr>Arial</vt:lpstr>
      <vt:lpstr>Calibri</vt:lpstr>
      <vt:lpstr>Office Theme</vt:lpstr>
      <vt:lpstr>DLVI theme 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Katie Owers Bonner</dc:creator>
  <cp:lastModifiedBy>Jeremy M. Mikecz</cp:lastModifiedBy>
  <cp:revision>5</cp:revision>
  <dcterms:created xsi:type="dcterms:W3CDTF">2025-09-16T18:18:09Z</dcterms:created>
  <dcterms:modified xsi:type="dcterms:W3CDTF">2026-08-26T16:41:42Z</dcterms:modified>
</cp:coreProperties>
</file>